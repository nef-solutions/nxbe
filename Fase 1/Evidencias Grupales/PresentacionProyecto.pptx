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Hubot Sans Bold" panose="020B0604020202020204" charset="0"/>
      <p:regular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Roboto Condensed Bold" panose="020000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A13B3-96A3-4D07-A88A-BC7375720B76}" v="77" dt="2026-08-31T16:43:1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96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mena campos" userId="3ba7cc1a2fb0d3fc" providerId="LiveId" clId="{7FA5D9B8-3EF0-479D-94E0-40BC278DDABD}"/>
    <pc:docChg chg="undo redo custSel addSld delSld modSld sldOrd">
      <pc:chgData name="ximena campos" userId="3ba7cc1a2fb0d3fc" providerId="LiveId" clId="{7FA5D9B8-3EF0-479D-94E0-40BC278DDABD}" dt="2026-09-01T16:42:01.150" v="3368" actId="1076"/>
      <pc:docMkLst>
        <pc:docMk/>
      </pc:docMkLst>
      <pc:sldChg chg="modSp mod">
        <pc:chgData name="ximena campos" userId="3ba7cc1a2fb0d3fc" providerId="LiveId" clId="{7FA5D9B8-3EF0-479D-94E0-40BC278DDABD}" dt="2026-08-31T16:33:25.209" v="3235" actId="1076"/>
        <pc:sldMkLst>
          <pc:docMk/>
          <pc:sldMk cId="0" sldId="256"/>
        </pc:sldMkLst>
        <pc:spChg chg="mod">
          <ac:chgData name="ximena campos" userId="3ba7cc1a2fb0d3fc" providerId="LiveId" clId="{7FA5D9B8-3EF0-479D-94E0-40BC278DDABD}" dt="2026-08-31T15:03:30.309" v="26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1:29.973" v="23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3:36.417" v="26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25.209" v="323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7:12.071" v="53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7:16.565" v="53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02.764" v="3233" actId="255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ord">
        <pc:chgData name="ximena campos" userId="3ba7cc1a2fb0d3fc" providerId="LiveId" clId="{7FA5D9B8-3EF0-479D-94E0-40BC278DDABD}" dt="2026-08-31T16:35:59.120" v="3255" actId="2711"/>
        <pc:sldMkLst>
          <pc:docMk/>
          <pc:sldMk cId="0" sldId="257"/>
        </pc:sldMkLst>
        <pc:spChg chg="del">
          <ac:chgData name="ximena campos" userId="3ba7cc1a2fb0d3fc" providerId="LiveId" clId="{7FA5D9B8-3EF0-479D-94E0-40BC278DDABD}" dt="2026-08-31T15:23:19.237" v="1361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3:18.193" v="1360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14.271" v="324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19.549" v="3241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1:07.652" v="2055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1:44.018" v="206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26.432" v="3242" actId="2711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1:02.507" v="2054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2:13.758" v="2073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37.943" v="3251" actId="2711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1:18.138" v="2058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21.973" v="3249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28.013" v="3250" actId="2711"/>
          <ac:spMkLst>
            <pc:docMk/>
            <pc:sldMk cId="0" sldId="257"/>
            <ac:spMk id="1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5:28.500" v="1532" actId="478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5:28:44.452" v="1594" actId="1076"/>
          <ac:spMkLst>
            <pc:docMk/>
            <pc:sldMk cId="0" sldId="257"/>
            <ac:spMk id="18" creationId="{4083F884-AFD7-E5A9-6024-B799C7F7BA81}"/>
          </ac:spMkLst>
        </pc:spChg>
        <pc:spChg chg="add del mod">
          <ac:chgData name="ximena campos" userId="3ba7cc1a2fb0d3fc" providerId="LiveId" clId="{7FA5D9B8-3EF0-479D-94E0-40BC278DDABD}" dt="2026-08-31T15:41:27.342" v="2062" actId="478"/>
          <ac:spMkLst>
            <pc:docMk/>
            <pc:sldMk cId="0" sldId="257"/>
            <ac:spMk id="20" creationId="{A1DB6086-5805-9B45-002D-9C633323C387}"/>
          </ac:spMkLst>
        </pc:spChg>
        <pc:spChg chg="add mod">
          <ac:chgData name="ximena campos" userId="3ba7cc1a2fb0d3fc" providerId="LiveId" clId="{7FA5D9B8-3EF0-479D-94E0-40BC278DDABD}" dt="2026-08-31T15:30:23.069" v="1621" actId="20577"/>
          <ac:spMkLst>
            <pc:docMk/>
            <pc:sldMk cId="0" sldId="257"/>
            <ac:spMk id="22" creationId="{62E74061-847F-76AA-0E04-58D3E51A4DA8}"/>
          </ac:spMkLst>
        </pc:spChg>
        <pc:spChg chg="add mod">
          <ac:chgData name="ximena campos" userId="3ba7cc1a2fb0d3fc" providerId="LiveId" clId="{7FA5D9B8-3EF0-479D-94E0-40BC278DDABD}" dt="2026-08-31T16:35:47.503" v="3253" actId="2711"/>
          <ac:spMkLst>
            <pc:docMk/>
            <pc:sldMk cId="0" sldId="257"/>
            <ac:spMk id="24" creationId="{1FFECD76-AE14-4F6A-9873-3A4BD3F95886}"/>
          </ac:spMkLst>
        </pc:spChg>
        <pc:spChg chg="add mod">
          <ac:chgData name="ximena campos" userId="3ba7cc1a2fb0d3fc" providerId="LiveId" clId="{7FA5D9B8-3EF0-479D-94E0-40BC278DDABD}" dt="2026-08-31T16:35:53.235" v="3254" actId="2711"/>
          <ac:spMkLst>
            <pc:docMk/>
            <pc:sldMk cId="0" sldId="257"/>
            <ac:spMk id="26" creationId="{CCBE6093-BF28-B29F-7D41-20D99EBCC262}"/>
          </ac:spMkLst>
        </pc:spChg>
        <pc:spChg chg="add mod">
          <ac:chgData name="ximena campos" userId="3ba7cc1a2fb0d3fc" providerId="LiveId" clId="{7FA5D9B8-3EF0-479D-94E0-40BC278DDABD}" dt="2026-08-31T15:44:02.681" v="2092" actId="14100"/>
          <ac:spMkLst>
            <pc:docMk/>
            <pc:sldMk cId="0" sldId="257"/>
            <ac:spMk id="28" creationId="{19617302-4863-627D-78FF-DD3416D950C4}"/>
          </ac:spMkLst>
        </pc:spChg>
        <pc:spChg chg="add mod">
          <ac:chgData name="ximena campos" userId="3ba7cc1a2fb0d3fc" providerId="LiveId" clId="{7FA5D9B8-3EF0-479D-94E0-40BC278DDABD}" dt="2026-08-31T16:35:59.120" v="3255" actId="2711"/>
          <ac:spMkLst>
            <pc:docMk/>
            <pc:sldMk cId="0" sldId="257"/>
            <ac:spMk id="30" creationId="{901B482A-0B84-DFAB-2925-62D76ADB31B4}"/>
          </ac:spMkLst>
        </pc:spChg>
        <pc:spChg chg="add mod">
          <ac:chgData name="ximena campos" userId="3ba7cc1a2fb0d3fc" providerId="LiveId" clId="{7FA5D9B8-3EF0-479D-94E0-40BC278DDABD}" dt="2026-08-31T15:43:55.160" v="2091" actId="1076"/>
          <ac:spMkLst>
            <pc:docMk/>
            <pc:sldMk cId="0" sldId="257"/>
            <ac:spMk id="32" creationId="{BEAA5392-99A6-1703-76C7-09D9AF1C7615}"/>
          </ac:spMkLst>
        </pc:spChg>
        <pc:spChg chg="add mod ord">
          <ac:chgData name="ximena campos" userId="3ba7cc1a2fb0d3fc" providerId="LiveId" clId="{7FA5D9B8-3EF0-479D-94E0-40BC278DDABD}" dt="2026-08-31T15:42:09.149" v="2072" actId="1076"/>
          <ac:spMkLst>
            <pc:docMk/>
            <pc:sldMk cId="0" sldId="257"/>
            <ac:spMk id="34" creationId="{C049F023-FD9C-2859-B8DD-FB0E4806B793}"/>
          </ac:spMkLst>
        </pc:spChg>
        <pc:spChg chg="add mod ord">
          <ac:chgData name="ximena campos" userId="3ba7cc1a2fb0d3fc" providerId="LiveId" clId="{7FA5D9B8-3EF0-479D-94E0-40BC278DDABD}" dt="2026-08-31T16:35:17.495" v="3248" actId="1076"/>
          <ac:spMkLst>
            <pc:docMk/>
            <pc:sldMk cId="0" sldId="257"/>
            <ac:spMk id="36" creationId="{2E4D6101-8569-E654-94AC-22F43376292C}"/>
          </ac:spMkLst>
        </pc:spChg>
        <pc:spChg chg="add mod ord">
          <ac:chgData name="ximena campos" userId="3ba7cc1a2fb0d3fc" providerId="LiveId" clId="{7FA5D9B8-3EF0-479D-94E0-40BC278DDABD}" dt="2026-08-31T15:43:00.720" v="2081" actId="1076"/>
          <ac:spMkLst>
            <pc:docMk/>
            <pc:sldMk cId="0" sldId="257"/>
            <ac:spMk id="38" creationId="{67D3F6AB-542C-026E-0A33-C66BD645B976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39" creationId="{FCF23FB7-D2EB-8113-2199-15AE4CC4716A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40" creationId="{94AE070C-D344-4207-DD1D-F509B6DCFA4A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41" creationId="{12A30469-F7EC-0D75-591A-0F7ED4454A80}"/>
          </ac:spMkLst>
        </pc:spChg>
      </pc:sldChg>
      <pc:sldChg chg="addSp delSp modSp add del mod ord">
        <pc:chgData name="ximena campos" userId="3ba7cc1a2fb0d3fc" providerId="LiveId" clId="{7FA5D9B8-3EF0-479D-94E0-40BC278DDABD}" dt="2026-08-31T16:37:06.857" v="3265" actId="2711"/>
        <pc:sldMkLst>
          <pc:docMk/>
          <pc:sldMk cId="0" sldId="258"/>
        </pc:sldMkLst>
        <pc:spChg chg="mod">
          <ac:chgData name="ximena campos" userId="3ba7cc1a2fb0d3fc" providerId="LiveId" clId="{7FA5D9B8-3EF0-479D-94E0-40BC278DDABD}" dt="2026-08-31T15:46:45.213" v="2174" actId="20577"/>
          <ac:spMkLst>
            <pc:docMk/>
            <pc:sldMk cId="0" sldId="258"/>
            <ac:spMk id="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6:50.469" v="2175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7:24.224" v="2185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8:56.666" v="2239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6:16.575" v="3256" actId="2711"/>
          <ac:spMkLst>
            <pc:docMk/>
            <pc:sldMk cId="0" sldId="258"/>
            <ac:spMk id="8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6.423" v="217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7.537" v="2180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06.857" v="3265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6:30.889" v="3259" actId="2711"/>
          <ac:spMkLst>
            <pc:docMk/>
            <pc:sldMk cId="0" sldId="258"/>
            <ac:spMk id="12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3.745" v="2178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9.342" v="2181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38.819" v="2232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40.295" v="2233" actId="478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6:30:30.129" v="3214" actId="1076"/>
          <ac:spMkLst>
            <pc:docMk/>
            <pc:sldMk cId="0" sldId="258"/>
            <ac:spMk id="18" creationId="{440995CF-8668-C3E2-D853-D10492B84AE8}"/>
          </ac:spMkLst>
        </pc:spChg>
        <pc:spChg chg="add mod">
          <ac:chgData name="ximena campos" userId="3ba7cc1a2fb0d3fc" providerId="LiveId" clId="{7FA5D9B8-3EF0-479D-94E0-40BC278DDABD}" dt="2026-08-31T16:30:34.071" v="3215" actId="1076"/>
          <ac:spMkLst>
            <pc:docMk/>
            <pc:sldMk cId="0" sldId="258"/>
            <ac:spMk id="20" creationId="{49A6B360-3266-C26C-167E-B0252A5F9D00}"/>
          </ac:spMkLst>
        </pc:spChg>
        <pc:spChg chg="add mod">
          <ac:chgData name="ximena campos" userId="3ba7cc1a2fb0d3fc" providerId="LiveId" clId="{7FA5D9B8-3EF0-479D-94E0-40BC278DDABD}" dt="2026-08-31T16:36:39.774" v="3261" actId="2711"/>
          <ac:spMkLst>
            <pc:docMk/>
            <pc:sldMk cId="0" sldId="258"/>
            <ac:spMk id="22" creationId="{7428BA49-9C2A-2387-CFD9-6C713DDC4803}"/>
          </ac:spMkLst>
        </pc:spChg>
        <pc:spChg chg="add mod">
          <ac:chgData name="ximena campos" userId="3ba7cc1a2fb0d3fc" providerId="LiveId" clId="{7FA5D9B8-3EF0-479D-94E0-40BC278DDABD}" dt="2026-08-31T16:36:47.469" v="3262" actId="2711"/>
          <ac:spMkLst>
            <pc:docMk/>
            <pc:sldMk cId="0" sldId="258"/>
            <ac:spMk id="24" creationId="{6863085D-D3EE-C3A0-6F6B-9A74FC40BACC}"/>
          </ac:spMkLst>
        </pc:spChg>
        <pc:spChg chg="del mod">
          <ac:chgData name="ximena campos" userId="3ba7cc1a2fb0d3fc" providerId="LiveId" clId="{7FA5D9B8-3EF0-479D-94E0-40BC278DDABD}" dt="2026-08-31T15:47:02.167" v="2177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11.001" v="2182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35.941" v="2230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8:37.367" v="2231" actId="478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52:35.112" v="2284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2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50:19.271" v="2254" actId="478"/>
          <ac:spMkLst>
            <pc:docMk/>
            <pc:sldMk cId="0" sldId="258"/>
            <ac:spMk id="33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8:30.726" v="2228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9.874" v="2227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8.864" v="2226" actId="478"/>
          <ac:spMkLst>
            <pc:docMk/>
            <pc:sldMk cId="0" sldId="258"/>
            <ac:spMk id="3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1:08.369" v="3218" actId="1076"/>
          <ac:spMkLst>
            <pc:docMk/>
            <pc:sldMk cId="0" sldId="258"/>
            <ac:spMk id="39" creationId="{F11B6304-EE07-3949-E250-F8911879B092}"/>
          </ac:spMkLst>
        </pc:spChg>
        <pc:spChg chg="add mod">
          <ac:chgData name="ximena campos" userId="3ba7cc1a2fb0d3fc" providerId="LiveId" clId="{7FA5D9B8-3EF0-479D-94E0-40BC278DDABD}" dt="2026-08-31T16:36:54.532" v="3263" actId="2711"/>
          <ac:spMkLst>
            <pc:docMk/>
            <pc:sldMk cId="0" sldId="258"/>
            <ac:spMk id="40" creationId="{C534F61F-7FCE-A901-CD73-0CBC0E086714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1" creationId="{1A377F52-8969-099D-6471-55DC26BF833B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3" creationId="{F4A8046D-BE2E-4CF9-5837-370E4298B534}"/>
          </ac:spMkLst>
        </pc:spChg>
        <pc:spChg chg="add mod">
          <ac:chgData name="ximena campos" userId="3ba7cc1a2fb0d3fc" providerId="LiveId" clId="{7FA5D9B8-3EF0-479D-94E0-40BC278DDABD}" dt="2026-08-31T16:37:01.073" v="3264" actId="2711"/>
          <ac:spMkLst>
            <pc:docMk/>
            <pc:sldMk cId="0" sldId="258"/>
            <ac:spMk id="44" creationId="{E32763EA-2FDB-0696-566D-5D15F1C7F37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5" creationId="{E4C1E263-ABF5-203F-3846-D4AF868CC671}"/>
          </ac:spMkLst>
        </pc:spChg>
        <pc:spChg chg="mod">
          <ac:chgData name="ximena campos" userId="3ba7cc1a2fb0d3fc" providerId="LiveId" clId="{7FA5D9B8-3EF0-479D-94E0-40BC278DDABD}" dt="2026-08-31T16:31:16.743" v="3219" actId="1076"/>
          <ac:spMkLst>
            <pc:docMk/>
            <pc:sldMk cId="0" sldId="258"/>
            <ac:spMk id="47" creationId="{61572BCC-286D-ED4A-B353-2FB02DD97181}"/>
          </ac:spMkLst>
        </pc:spChg>
        <pc:spChg chg="add mod">
          <ac:chgData name="ximena campos" userId="3ba7cc1a2fb0d3fc" providerId="LiveId" clId="{7FA5D9B8-3EF0-479D-94E0-40BC278DDABD}" dt="2026-08-31T16:36:25.792" v="3258" actId="20577"/>
          <ac:spMkLst>
            <pc:docMk/>
            <pc:sldMk cId="0" sldId="258"/>
            <ac:spMk id="48" creationId="{844DC6D0-64C6-5BA7-AD4D-31A3F6049315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9" creationId="{0B646A6F-480E-AEC0-7F46-9D1809AF0784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51" creationId="{39AE935C-D31C-3C73-9E34-52C3D87FE38C}"/>
          </ac:spMkLst>
        </pc:spChg>
        <pc:spChg chg="add mod">
          <ac:chgData name="ximena campos" userId="3ba7cc1a2fb0d3fc" providerId="LiveId" clId="{7FA5D9B8-3EF0-479D-94E0-40BC278DDABD}" dt="2026-08-31T16:30:43.337" v="3216" actId="1076"/>
          <ac:spMkLst>
            <pc:docMk/>
            <pc:sldMk cId="0" sldId="258"/>
            <ac:spMk id="52" creationId="{EFAD891B-76DB-9937-B57F-DCA9DE733AA5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53" creationId="{274207FD-C2A6-2EFA-22A3-CCFC88F7AF09}"/>
          </ac:spMkLst>
        </pc:spChg>
        <pc:spChg chg="add mod">
          <ac:chgData name="ximena campos" userId="3ba7cc1a2fb0d3fc" providerId="LiveId" clId="{7FA5D9B8-3EF0-479D-94E0-40BC278DDABD}" dt="2026-08-31T16:30:56.965" v="3217" actId="1076"/>
          <ac:spMkLst>
            <pc:docMk/>
            <pc:sldMk cId="0" sldId="258"/>
            <ac:spMk id="55" creationId="{238A2028-281A-59D4-64F0-4E14EF3240C9}"/>
          </ac:spMkLst>
        </pc:spChg>
        <pc:spChg chg="add mod ord">
          <ac:chgData name="ximena campos" userId="3ba7cc1a2fb0d3fc" providerId="LiveId" clId="{7FA5D9B8-3EF0-479D-94E0-40BC278DDABD}" dt="2026-08-31T16:32:13.191" v="3231" actId="1076"/>
          <ac:spMkLst>
            <pc:docMk/>
            <pc:sldMk cId="0" sldId="258"/>
            <ac:spMk id="57" creationId="{53315B68-8DEB-0081-B5A8-2155E95F9921}"/>
          </ac:spMkLst>
        </pc:spChg>
      </pc:sldChg>
      <pc:sldChg chg="delSp modSp mod ord">
        <pc:chgData name="ximena campos" userId="3ba7cc1a2fb0d3fc" providerId="LiveId" clId="{7FA5D9B8-3EF0-479D-94E0-40BC278DDABD}" dt="2026-08-31T16:34:00.391" v="3239" actId="2711"/>
        <pc:sldMkLst>
          <pc:docMk/>
          <pc:sldMk cId="0" sldId="259"/>
        </pc:sldMkLst>
        <pc:spChg chg="del">
          <ac:chgData name="ximena campos" userId="3ba7cc1a2fb0d3fc" providerId="LiveId" clId="{7FA5D9B8-3EF0-479D-94E0-40BC278DDABD}" dt="2026-08-31T15:21:15.189" v="1335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21:23.129" v="1337" actId="21"/>
          <ac:spMkLst>
            <pc:docMk/>
            <pc:sldMk cId="0" sldId="259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00.391" v="3239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50.761" v="3238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22:08.801" v="134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43.655" v="3237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36.827" v="3236" actId="2711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20:02.335" v="132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0:05.383" v="1329" actId="478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ximena campos" userId="3ba7cc1a2fb0d3fc" providerId="LiveId" clId="{7FA5D9B8-3EF0-479D-94E0-40BC278DDABD}" dt="2026-09-01T16:42:01.150" v="3368" actId="1076"/>
        <pc:sldMkLst>
          <pc:docMk/>
          <pc:sldMk cId="0" sldId="260"/>
        </pc:sldMkLst>
        <pc:spChg chg="mod">
          <ac:chgData name="ximena campos" userId="3ba7cc1a2fb0d3fc" providerId="LiveId" clId="{7FA5D9B8-3EF0-479D-94E0-40BC278DDABD}" dt="2026-08-31T15:57:14.453" v="2487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18.110" v="3266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8:03.746" v="3271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44.247" v="3269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37.238" v="3268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29.562" v="3267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8:05.926" v="3272" actId="1076"/>
          <ac:spMkLst>
            <pc:docMk/>
            <pc:sldMk cId="0" sldId="260"/>
            <ac:spMk id="11" creationId="{00000000-0000-0000-0000-000000000000}"/>
          </ac:spMkLst>
        </pc:spChg>
        <pc:picChg chg="mod">
          <ac:chgData name="ximena campos" userId="3ba7cc1a2fb0d3fc" providerId="LiveId" clId="{7FA5D9B8-3EF0-479D-94E0-40BC278DDABD}" dt="2026-09-01T16:42:01.150" v="3368" actId="1076"/>
          <ac:picMkLst>
            <pc:docMk/>
            <pc:sldMk cId="0" sldId="260"/>
            <ac:picMk id="6" creationId="{00000000-0000-0000-0000-000000000000}"/>
          </ac:picMkLst>
        </pc:picChg>
      </pc:sldChg>
      <pc:sldChg chg="modSp mod">
        <pc:chgData name="ximena campos" userId="3ba7cc1a2fb0d3fc" providerId="LiveId" clId="{7FA5D9B8-3EF0-479D-94E0-40BC278DDABD}" dt="2026-08-31T16:05:17.922" v="2692" actId="20577"/>
        <pc:sldMkLst>
          <pc:docMk/>
          <pc:sldMk cId="0" sldId="262"/>
        </pc:sldMkLst>
        <pc:spChg chg="mod">
          <ac:chgData name="ximena campos" userId="3ba7cc1a2fb0d3fc" providerId="LiveId" clId="{7FA5D9B8-3EF0-479D-94E0-40BC278DDABD}" dt="2026-08-31T16:05:03.901" v="2686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09.802" v="268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13.817" v="2690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17.922" v="2692" actId="20577"/>
          <ac:spMkLst>
            <pc:docMk/>
            <pc:sldMk cId="0" sldId="262"/>
            <ac:spMk id="18" creationId="{00000000-0000-0000-0000-000000000000}"/>
          </ac:spMkLst>
        </pc:spChg>
      </pc:sldChg>
      <pc:sldChg chg="addSp delSp modSp mod">
        <pc:chgData name="ximena campos" userId="3ba7cc1a2fb0d3fc" providerId="LiveId" clId="{7FA5D9B8-3EF0-479D-94E0-40BC278DDABD}" dt="2026-08-31T16:12:00.379" v="2847" actId="14100"/>
        <pc:sldMkLst>
          <pc:docMk/>
          <pc:sldMk cId="0" sldId="263"/>
        </pc:sldMkLst>
        <pc:spChg chg="mod">
          <ac:chgData name="ximena campos" userId="3ba7cc1a2fb0d3fc" providerId="LiveId" clId="{7FA5D9B8-3EF0-479D-94E0-40BC278DDABD}" dt="2026-08-31T16:06:12.980" v="272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9:45.816" v="2790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6:09:28.833" v="2784" actId="20577"/>
          <ac:spMkLst>
            <pc:docMk/>
            <pc:sldMk cId="0" sldId="263"/>
            <ac:spMk id="11" creationId="{B80242F0-A02C-9B0D-A12C-E7E187DE4761}"/>
          </ac:spMkLst>
        </pc:spChg>
        <pc:spChg chg="add del mod">
          <ac:chgData name="ximena campos" userId="3ba7cc1a2fb0d3fc" providerId="LiveId" clId="{7FA5D9B8-3EF0-479D-94E0-40BC278DDABD}" dt="2026-08-31T16:11:15.243" v="2841" actId="478"/>
          <ac:spMkLst>
            <pc:docMk/>
            <pc:sldMk cId="0" sldId="263"/>
            <ac:spMk id="13" creationId="{995CA651-6AE1-EE10-5126-2545B3AA0FBD}"/>
          </ac:spMkLst>
        </pc:spChg>
        <pc:picChg chg="mod">
          <ac:chgData name="ximena campos" userId="3ba7cc1a2fb0d3fc" providerId="LiveId" clId="{7FA5D9B8-3EF0-479D-94E0-40BC278DDABD}" dt="2026-08-31T16:12:00.379" v="2847" actId="14100"/>
          <ac:picMkLst>
            <pc:docMk/>
            <pc:sldMk cId="0" sldId="263"/>
            <ac:picMk id="6" creationId="{00000000-0000-0000-0000-000000000000}"/>
          </ac:picMkLst>
        </pc:picChg>
        <pc:picChg chg="add del mod">
          <ac:chgData name="ximena campos" userId="3ba7cc1a2fb0d3fc" providerId="LiveId" clId="{7FA5D9B8-3EF0-479D-94E0-40BC278DDABD}" dt="2026-08-31T16:11:17.305" v="2842" actId="478"/>
          <ac:picMkLst>
            <pc:docMk/>
            <pc:sldMk cId="0" sldId="263"/>
            <ac:picMk id="9" creationId="{FB0A11B8-7A7F-E4BF-9350-A67A5BD3F364}"/>
          </ac:picMkLst>
        </pc:picChg>
      </pc:sldChg>
      <pc:sldChg chg="modSp mod">
        <pc:chgData name="ximena campos" userId="3ba7cc1a2fb0d3fc" providerId="LiveId" clId="{7FA5D9B8-3EF0-479D-94E0-40BC278DDABD}" dt="2026-08-31T16:15:30.706" v="2917" actId="1076"/>
        <pc:sldMkLst>
          <pc:docMk/>
          <pc:sldMk cId="0" sldId="264"/>
        </pc:sldMkLst>
        <pc:spChg chg="mod">
          <ac:chgData name="ximena campos" userId="3ba7cc1a2fb0d3fc" providerId="LiveId" clId="{7FA5D9B8-3EF0-479D-94E0-40BC278DDABD}" dt="2026-08-31T16:15:30.706" v="2917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ximena campos" userId="3ba7cc1a2fb0d3fc" providerId="LiveId" clId="{7FA5D9B8-3EF0-479D-94E0-40BC278DDABD}" dt="2026-08-31T16:39:56.784" v="3346" actId="20577"/>
        <pc:sldMkLst>
          <pc:docMk/>
          <pc:sldMk cId="0" sldId="265"/>
        </pc:sldMkLst>
        <pc:spChg chg="mod">
          <ac:chgData name="ximena campos" userId="3ba7cc1a2fb0d3fc" providerId="LiveId" clId="{7FA5D9B8-3EF0-479D-94E0-40BC278DDABD}" dt="2026-08-31T16:39:56.784" v="3346" actId="20577"/>
          <ac:spMkLst>
            <pc:docMk/>
            <pc:sldMk cId="0" sldId="265"/>
            <ac:spMk id="5" creationId="{00000000-0000-0000-0000-000000000000}"/>
          </ac:spMkLst>
        </pc:spChg>
      </pc:sldChg>
      <pc:sldChg chg="addSp modSp mod">
        <pc:chgData name="ximena campos" userId="3ba7cc1a2fb0d3fc" providerId="LiveId" clId="{7FA5D9B8-3EF0-479D-94E0-40BC278DDABD}" dt="2026-08-31T16:40:46.509" v="3348" actId="1076"/>
        <pc:sldMkLst>
          <pc:docMk/>
          <pc:sldMk cId="0" sldId="266"/>
        </pc:sldMkLst>
        <pc:spChg chg="add mod">
          <ac:chgData name="ximena campos" userId="3ba7cc1a2fb0d3fc" providerId="LiveId" clId="{7FA5D9B8-3EF0-479D-94E0-40BC278DDABD}" dt="2026-08-31T16:40:46.509" v="3348" actId="1076"/>
          <ac:spMkLst>
            <pc:docMk/>
            <pc:sldMk cId="0" sldId="266"/>
            <ac:spMk id="15" creationId="{8B9FA605-7AFC-F9A1-4626-E390A0992D2F}"/>
          </ac:spMkLst>
        </pc:spChg>
      </pc:sldChg>
      <pc:sldChg chg="addSp delSp modSp mod">
        <pc:chgData name="ximena campos" userId="3ba7cc1a2fb0d3fc" providerId="LiveId" clId="{7FA5D9B8-3EF0-479D-94E0-40BC278DDABD}" dt="2026-08-31T16:28:38.030" v="3185" actId="1076"/>
        <pc:sldMkLst>
          <pc:docMk/>
          <pc:sldMk cId="0" sldId="269"/>
        </pc:sldMkLst>
        <pc:spChg chg="mod">
          <ac:chgData name="ximena campos" userId="3ba7cc1a2fb0d3fc" providerId="LiveId" clId="{7FA5D9B8-3EF0-479D-94E0-40BC278DDABD}" dt="2026-08-31T16:26:05.849" v="3091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1.112" v="3071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6:45.533" v="3109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0.602" v="3069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0.138" v="3068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39.825" v="3067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39.506" v="3066" actId="1076"/>
          <ac:spMkLst>
            <pc:docMk/>
            <pc:sldMk cId="0" sldId="269"/>
            <ac:spMk id="10" creationId="{00000000-0000-0000-0000-000000000000}"/>
          </ac:spMkLst>
        </pc:spChg>
        <pc:spChg chg="add del mod">
          <ac:chgData name="ximena campos" userId="3ba7cc1a2fb0d3fc" providerId="LiveId" clId="{7FA5D9B8-3EF0-479D-94E0-40BC278DDABD}" dt="2026-08-31T16:25:38.901" v="3065" actId="22"/>
          <ac:spMkLst>
            <pc:docMk/>
            <pc:sldMk cId="0" sldId="269"/>
            <ac:spMk id="13" creationId="{AFA040A2-4CEA-EF85-64C1-25F87DDB7803}"/>
          </ac:spMkLst>
        </pc:spChg>
        <pc:spChg chg="add del mod">
          <ac:chgData name="ximena campos" userId="3ba7cc1a2fb0d3fc" providerId="LiveId" clId="{7FA5D9B8-3EF0-479D-94E0-40BC278DDABD}" dt="2026-08-31T16:25:36.326" v="3060" actId="22"/>
          <ac:spMkLst>
            <pc:docMk/>
            <pc:sldMk cId="0" sldId="269"/>
            <ac:spMk id="15" creationId="{0849BFB2-0BD8-901F-5B96-EEA9DAB7D947}"/>
          </ac:spMkLst>
        </pc:spChg>
        <pc:spChg chg="add mod">
          <ac:chgData name="ximena campos" userId="3ba7cc1a2fb0d3fc" providerId="LiveId" clId="{7FA5D9B8-3EF0-479D-94E0-40BC278DDABD}" dt="2026-08-31T16:28:38.030" v="3185" actId="1076"/>
          <ac:spMkLst>
            <pc:docMk/>
            <pc:sldMk cId="0" sldId="269"/>
            <ac:spMk id="17" creationId="{503E0550-7CAA-AE29-4319-F38713859469}"/>
          </ac:spMkLst>
        </pc:spChg>
      </pc:sldChg>
      <pc:sldChg chg="addSp modSp new mod">
        <pc:chgData name="ximena campos" userId="3ba7cc1a2fb0d3fc" providerId="LiveId" clId="{7FA5D9B8-3EF0-479D-94E0-40BC278DDABD}" dt="2026-08-31T16:28:44.472" v="3186" actId="22"/>
        <pc:sldMkLst>
          <pc:docMk/>
          <pc:sldMk cId="2299710147" sldId="270"/>
        </pc:sldMkLst>
        <pc:spChg chg="add mod">
          <ac:chgData name="ximena campos" userId="3ba7cc1a2fb0d3fc" providerId="LiveId" clId="{7FA5D9B8-3EF0-479D-94E0-40BC278DDABD}" dt="2026-08-31T16:28:16.845" v="3183" actId="14100"/>
          <ac:spMkLst>
            <pc:docMk/>
            <pc:sldMk cId="2299710147" sldId="270"/>
            <ac:spMk id="3" creationId="{FC52BAB7-2658-AC9B-2659-A71F1568DE62}"/>
          </ac:spMkLst>
        </pc:spChg>
        <pc:spChg chg="add">
          <ac:chgData name="ximena campos" userId="3ba7cc1a2fb0d3fc" providerId="LiveId" clId="{7FA5D9B8-3EF0-479D-94E0-40BC278DDABD}" dt="2026-08-31T16:28:44.472" v="3186" actId="22"/>
          <ac:spMkLst>
            <pc:docMk/>
            <pc:sldMk cId="2299710147" sldId="270"/>
            <ac:spMk id="5" creationId="{CF4069A1-4C19-0F1C-8832-7F5FE9E0FCEF}"/>
          </ac:spMkLst>
        </pc:spChg>
      </pc:sldChg>
      <pc:sldChg chg="new del">
        <pc:chgData name="ximena campos" userId="3ba7cc1a2fb0d3fc" providerId="LiveId" clId="{7FA5D9B8-3EF0-479D-94E0-40BC278DDABD}" dt="2026-08-31T16:43:16.696" v="3366" actId="2696"/>
        <pc:sldMkLst>
          <pc:docMk/>
          <pc:sldMk cId="1394306865" sldId="271"/>
        </pc:sldMkLst>
      </pc:sldChg>
      <pc:sldChg chg="new del ord">
        <pc:chgData name="ximena campos" userId="3ba7cc1a2fb0d3fc" providerId="LiveId" clId="{7FA5D9B8-3EF0-479D-94E0-40BC278DDABD}" dt="2026-08-31T16:41:56.950" v="3355" actId="680"/>
        <pc:sldMkLst>
          <pc:docMk/>
          <pc:sldMk cId="1705142225" sldId="271"/>
        </pc:sldMkLst>
      </pc:sldChg>
      <pc:sldChg chg="new add del">
        <pc:chgData name="ximena campos" userId="3ba7cc1a2fb0d3fc" providerId="LiveId" clId="{7FA5D9B8-3EF0-479D-94E0-40BC278DDABD}" dt="2026-08-31T16:42:21.642" v="3361" actId="680"/>
        <pc:sldMkLst>
          <pc:docMk/>
          <pc:sldMk cId="3114355105" sldId="271"/>
        </pc:sldMkLst>
      </pc:sldChg>
      <pc:sldChg chg="add del setBg">
        <pc:chgData name="ximena campos" userId="3ba7cc1a2fb0d3fc" providerId="LiveId" clId="{7FA5D9B8-3EF0-479D-94E0-40BC278DDABD}" dt="2026-08-31T16:43:11.601" v="3365"/>
        <pc:sldMkLst>
          <pc:docMk/>
          <pc:sldMk cId="0" sldId="272"/>
        </pc:sldMkLst>
      </pc:sldChg>
      <pc:sldChg chg="add del">
        <pc:chgData name="ximena campos" userId="3ba7cc1a2fb0d3fc" providerId="LiveId" clId="{7FA5D9B8-3EF0-479D-94E0-40BC278DDABD}" dt="2026-08-31T16:42:49.261" v="3364" actId="2696"/>
        <pc:sldMkLst>
          <pc:docMk/>
          <pc:sldMk cId="344192473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47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7077"/>
            <a:ext cx="4120154" cy="287139"/>
          </a:xfrm>
          <a:prstGeom prst="roundRect">
            <a:avLst>
              <a:gd name="adj" fmla="val 7899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61475" y="620990"/>
            <a:ext cx="45029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DUOC UC · ESCUELA DE INFORMÁTICA Y TELECOMUNICACIONES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4" y="16648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OVEROL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61475" y="2818926"/>
            <a:ext cx="11216200" cy="1715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PLATAFORMA DIGITAL PARA CONECTAR</a:t>
            </a:r>
            <a:b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</a:b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HOGARES CON PROFESIONALES DE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OFICIOS VERIFICADOS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92540" y="44218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Proyecto APT -Capstone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75618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60424" y="4877973"/>
            <a:ext cx="10868745" cy="17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Integrante:       Ximena Campos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Benjamín Osses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Nefi Apablaza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Docente guía:           Felipe Krauss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Revisión: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001  ·  </a:t>
            </a: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Fecha: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20/08/2026  ·  </a:t>
            </a: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Equipo: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NXBe</a:t>
            </a:r>
            <a:b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</a:br>
            <a:b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</a:b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4A89D-24CA-D10D-1051-D8109D800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03276"/>
            <a:ext cx="157763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1659930"/>
            <a:ext cx="19604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EQUIPO DE PROYECTO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660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EQUIPO NXBE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4013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Tres perfiles técnicos complementarios que integran gestión, desarrollo front-end y back-end en un entorno de desarrollo real.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50482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XIMENA CAMPOS GARCÍA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 Owner / Analista de Requisitos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36366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BENJAMÍN OSSES VENEGAS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36366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Desarrollador Front-end / UX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222251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NEFI APABLAZA OLIVARES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2251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Desarrollador Back-end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9522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Profesor Guía:</a:t>
            </a: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Felipe Krauss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344C5-9560-1906-E1F2-1A3FE3A75C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9532" y="6597590"/>
            <a:ext cx="1082468" cy="26041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5599" y="7461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4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CONTEXTO Y PROBLEMÁTICA</a:t>
            </a:r>
            <a:endParaRPr lang="en-US" sz="37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5598" y="2028650"/>
            <a:ext cx="10868745" cy="4324658"/>
          </a:xfrm>
          <a:prstGeom prst="roundRect">
            <a:avLst>
              <a:gd name="adj" fmla="val 97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14357" y="238303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EL PROBLEMA QUE RESUELVE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860911"/>
            <a:ext cx="99136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Santiago, muchos trabajadores independientes de oficio encuentran clientes mediante recomendaciones, redes sociales, avisos informales o intermediarios.</a:t>
            </a:r>
            <a:endParaRPr lang="en-US" sz="1450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4357" y="3797998"/>
            <a:ext cx="10048581" cy="219806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lnSpcReduction="10000"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cliente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Dificultad para encontrar profesionales confiables.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Poca información sobre experiencia y reputación.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Incertidumbre al momento de contratar. </a:t>
            </a:r>
          </a:p>
          <a:p>
            <a:pPr lvl="0"/>
            <a:r>
              <a:rPr lang="es-CL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profesional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Dependencia de canales informales.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Menor visibilidad para conseguir clientes.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Comisiones de intermediarios que reducen sus ingresos.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Falta de herramientas para fortalecer su actividad profesional</a:t>
            </a:r>
            <a:r>
              <a:rPr lang="es-CL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74AA1A-39AC-73D5-B920-6D3F81138227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4">
            <a:extLst>
              <a:ext uri="{FF2B5EF4-FFF2-40B4-BE49-F238E27FC236}">
                <a16:creationId xmlns:a16="http://schemas.microsoft.com/office/drawing/2014/main" id="{67D3F6AB-542C-026E-0A33-C66BD645B976}"/>
              </a:ext>
            </a:extLst>
          </p:cNvPr>
          <p:cNvSpPr/>
          <p:nvPr/>
        </p:nvSpPr>
        <p:spPr>
          <a:xfrm>
            <a:off x="4029813" y="4932911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E4D6101-8569-E654-94AC-22F43376292C}"/>
              </a:ext>
            </a:extLst>
          </p:cNvPr>
          <p:cNvSpPr/>
          <p:nvPr/>
        </p:nvSpPr>
        <p:spPr>
          <a:xfrm>
            <a:off x="4029813" y="3024184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C049F023-FD9C-2859-B8DD-FB0E4806B793}"/>
              </a:ext>
            </a:extLst>
          </p:cNvPr>
          <p:cNvSpPr/>
          <p:nvPr/>
        </p:nvSpPr>
        <p:spPr>
          <a:xfrm>
            <a:off x="625924" y="4948187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16983" y="8910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4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¿QUÉ ES OVEROL?</a:t>
            </a:r>
            <a:endParaRPr lang="en-US" sz="37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6982" y="1635009"/>
            <a:ext cx="10868745" cy="1294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Una plataforma digital que conecta directamente hogares con profesionales de oficio calificados y verificados.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Overol busca facilitar la contratación de servicios para el hogar, entregando mayor confianza al cliente y mayor visibilidad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al trabajador independiente.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7440" y="2997956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005" y="327067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Cliente 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6384" y="3716426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Busca una solución para su hogar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3423" y="5121200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Overol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378" y="5525203"/>
            <a:ext cx="3118863" cy="75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 la necesidad y conecta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 profesionales según especialidad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ubicación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73689" y="3194261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2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</a:t>
            </a:r>
            <a:endParaRPr lang="en-US" sz="2400"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70196" y="3736164"/>
            <a:ext cx="3118863" cy="792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Recibe solicitudes, muestra su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experiencia y gestiona su atención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7D96F0-204E-D5C7-0333-514971D30B72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083F884-AFD7-E5A9-6024-B799C7F7BA81}"/>
              </a:ext>
            </a:extLst>
          </p:cNvPr>
          <p:cNvSpPr/>
          <p:nvPr/>
        </p:nvSpPr>
        <p:spPr>
          <a:xfrm>
            <a:off x="661475" y="586879"/>
            <a:ext cx="19922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VISIÓN DEL PROYECTO</a:t>
            </a:r>
            <a:endParaRPr lang="en-US" sz="11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2E74061-847F-76AA-0E04-58D3E51A4DA8}"/>
              </a:ext>
            </a:extLst>
          </p:cNvPr>
          <p:cNvSpPr/>
          <p:nvPr/>
        </p:nvSpPr>
        <p:spPr>
          <a:xfrm>
            <a:off x="910950" y="5583398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FFECD76-AE14-4F6A-9873-3A4BD3F95886}"/>
              </a:ext>
            </a:extLst>
          </p:cNvPr>
          <p:cNvSpPr/>
          <p:nvPr/>
        </p:nvSpPr>
        <p:spPr>
          <a:xfrm>
            <a:off x="4380286" y="5022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Evaluación</a:t>
            </a:r>
            <a:endParaRPr lang="en-US" sz="1850"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CBE6093-BF28-B29F-7D41-20D99EBCC262}"/>
              </a:ext>
            </a:extLst>
          </p:cNvPr>
          <p:cNvSpPr/>
          <p:nvPr/>
        </p:nvSpPr>
        <p:spPr>
          <a:xfrm>
            <a:off x="4314837" y="5508137"/>
            <a:ext cx="3118863" cy="75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cliente califica el servicio y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contribuye a la reputación del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9617302-4863-627D-78FF-DD3416D950C4}"/>
              </a:ext>
            </a:extLst>
          </p:cNvPr>
          <p:cNvSpPr/>
          <p:nvPr/>
        </p:nvSpPr>
        <p:spPr>
          <a:xfrm>
            <a:off x="7739532" y="3024184"/>
            <a:ext cx="3970908" cy="3690195"/>
          </a:xfrm>
          <a:prstGeom prst="roundRect">
            <a:avLst>
              <a:gd name="adj" fmla="val 97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01B482A-0B84-DFAB-2925-62D76ADB31B4}"/>
              </a:ext>
            </a:extLst>
          </p:cNvPr>
          <p:cNvSpPr/>
          <p:nvPr/>
        </p:nvSpPr>
        <p:spPr>
          <a:xfrm>
            <a:off x="8031786" y="3797206"/>
            <a:ext cx="3496877" cy="259016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fontScale="92500" lnSpcReduction="10000"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cliente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Acceso </a:t>
            </a:r>
            <a:r>
              <a:rPr lang="en-US" sz="145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100% gratuito.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Profesionales verificados.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Información de experiencia  y reputación.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45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professional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Mayor visibilidad.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Conexión directa con clients.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Capacitación en formalización tributaria y seguridad laboral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EAA5392-99A6-1703-76C7-09D9AF1C7615}"/>
              </a:ext>
            </a:extLst>
          </p:cNvPr>
          <p:cNvSpPr/>
          <p:nvPr/>
        </p:nvSpPr>
        <p:spPr>
          <a:xfrm>
            <a:off x="8496067" y="3133725"/>
            <a:ext cx="3695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</a:rPr>
              <a:t>Valor Diferencial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4">
            <a:extLst>
              <a:ext uri="{FF2B5EF4-FFF2-40B4-BE49-F238E27FC236}">
                <a16:creationId xmlns:a16="http://schemas.microsoft.com/office/drawing/2014/main" id="{53315B68-8DEB-0081-B5A8-2155E95F9921}"/>
              </a:ext>
            </a:extLst>
          </p:cNvPr>
          <p:cNvSpPr/>
          <p:nvPr/>
        </p:nvSpPr>
        <p:spPr>
          <a:xfrm>
            <a:off x="3669220" y="3176385"/>
            <a:ext cx="7555507" cy="3614795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Shape 0"/>
          <p:cNvSpPr/>
          <p:nvPr/>
        </p:nvSpPr>
        <p:spPr>
          <a:xfrm>
            <a:off x="661475" y="566043"/>
            <a:ext cx="2029866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19820"/>
            <a:ext cx="242415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ESTRUCTURA DEL DOCUMENTO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695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</a:rPr>
              <a:t>OBJETIVOS DEL PROYECTO 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 flipV="1">
            <a:off x="661475" y="1512548"/>
            <a:ext cx="10868745" cy="57885"/>
          </a:xfrm>
          <a:prstGeom prst="rect">
            <a:avLst/>
          </a:prstGeom>
          <a:solidFill>
            <a:srgbClr val="C8CAC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61475" y="1786470"/>
            <a:ext cx="4225318" cy="91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</a:rPr>
              <a:t>Objetivo General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2288265"/>
            <a:ext cx="10868745" cy="103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Desarrollar una plataforma web responsiva que conecte directamente a usuarios del hogar con profesionales de oficios calificados, integrando verificación de identidad, geolocalización, reputación y un asistente conversacional con inteligencia artificial, para reducir la intermediación y contribuir a la formalización del trabajo independiente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476" y="4258805"/>
            <a:ext cx="2277668" cy="39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Objetivos específicos</a:t>
            </a:r>
            <a:endParaRPr lang="en-US" sz="17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86793" y="4068591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Diseñar: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Diseñar la arquitectura de software, incluyendo frontend, backend y base de datos.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A33536-C34E-B618-C518-705858583E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9532" y="6597590"/>
            <a:ext cx="1082468" cy="26041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F11B6304-EE07-3949-E250-F8911879B092}"/>
              </a:ext>
            </a:extLst>
          </p:cNvPr>
          <p:cNvSpPr/>
          <p:nvPr/>
        </p:nvSpPr>
        <p:spPr>
          <a:xfrm>
            <a:off x="4156138" y="562272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61572BCC-286D-ED4A-B353-2FB02DD97181}"/>
              </a:ext>
            </a:extLst>
          </p:cNvPr>
          <p:cNvSpPr/>
          <p:nvPr/>
        </p:nvSpPr>
        <p:spPr>
          <a:xfrm>
            <a:off x="4156138" y="621107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40995CF-8668-C3E2-D853-D10492B84AE8}"/>
              </a:ext>
            </a:extLst>
          </p:cNvPr>
          <p:cNvSpPr/>
          <p:nvPr/>
        </p:nvSpPr>
        <p:spPr>
          <a:xfrm>
            <a:off x="4156138" y="3585231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9A6B360-3266-C26C-167E-B0252A5F9D00}"/>
              </a:ext>
            </a:extLst>
          </p:cNvPr>
          <p:cNvSpPr/>
          <p:nvPr/>
        </p:nvSpPr>
        <p:spPr>
          <a:xfrm>
            <a:off x="4156138" y="4123169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428BA49-9C2A-2387-CFD9-6C713DDC4803}"/>
              </a:ext>
            </a:extLst>
          </p:cNvPr>
          <p:cNvSpPr/>
          <p:nvPr/>
        </p:nvSpPr>
        <p:spPr>
          <a:xfrm>
            <a:off x="4886792" y="4586613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Implementar: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Desarrollar las funcionalidades principales de la plataforma: registro, búsqueda, perfiles, geolocalización, reputación e IA.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863085D-D3EE-C3A0-6F6B-9A74FC40BACC}"/>
              </a:ext>
            </a:extLst>
          </p:cNvPr>
          <p:cNvSpPr/>
          <p:nvPr/>
        </p:nvSpPr>
        <p:spPr>
          <a:xfrm>
            <a:off x="4886791" y="5146867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 servicios externos de geolocalización, identidad y pagos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C534F61F-7FCE-A901-CD73-0CBC0E086714}"/>
              </a:ext>
            </a:extLst>
          </p:cNvPr>
          <p:cNvSpPr/>
          <p:nvPr/>
        </p:nvSpPr>
        <p:spPr>
          <a:xfrm>
            <a:off x="4886790" y="5536360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Validar: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Verificar el funcionamiento de las funcionalidades mediante pruebas y criterios de aceptación</a:t>
            </a:r>
            <a:r>
              <a:rPr lang="en-US" sz="14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32763EA-2FDB-0696-566D-5D15F1C7F370}"/>
              </a:ext>
            </a:extLst>
          </p:cNvPr>
          <p:cNvSpPr/>
          <p:nvPr/>
        </p:nvSpPr>
        <p:spPr>
          <a:xfrm>
            <a:off x="4886793" y="6124710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Gestionar: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Aplicar una metodología ágil para planificar, priorizar y controlar el desarrollo incremental del proyecto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844DC6D0-64C6-5BA7-AD4D-31A3F6049315}"/>
              </a:ext>
            </a:extLst>
          </p:cNvPr>
          <p:cNvSpPr/>
          <p:nvPr/>
        </p:nvSpPr>
        <p:spPr>
          <a:xfrm>
            <a:off x="4886793" y="3498863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Analizar: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Levantar y analizar los requerimientos funcionales y no funcionales de la plataforma.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EFAD891B-76DB-9937-B57F-DCA9DE733AA5}"/>
              </a:ext>
            </a:extLst>
          </p:cNvPr>
          <p:cNvSpPr/>
          <p:nvPr/>
        </p:nvSpPr>
        <p:spPr>
          <a:xfrm>
            <a:off x="4156138" y="458661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238A2028-281A-59D4-64F0-4E14EF3240C9}"/>
              </a:ext>
            </a:extLst>
          </p:cNvPr>
          <p:cNvSpPr/>
          <p:nvPr/>
        </p:nvSpPr>
        <p:spPr>
          <a:xfrm>
            <a:off x="4156138" y="5146867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1152"/>
            <a:ext cx="1521978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52159" y="686495"/>
            <a:ext cx="19501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PRODUCTO MÍNIMO VIABLE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191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Hubot Sans Bold" pitchFamily="34" charset="0"/>
              </a:rPr>
              <a:t>PRODUCTO MÍNIMO VIABLE OVEROL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73014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cliente detecta un problema en su hogar, busca por categoría o describe su situación al asistente conversacional, y la plataforma muestra profesionales verificados en su zona. Tras coordinar directamente, el trabajo se califica y, si es necesario, se activa el flujo de posventa.</a:t>
            </a:r>
            <a:endParaRPr lang="en-US" sz="11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29" y="2110954"/>
            <a:ext cx="11200435" cy="371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586" y="5179335"/>
            <a:ext cx="5245414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COORDINA EL SERVICIO  Y GENERA REPUTACION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0586" y="4312137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SOLICITA VISITA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0586" y="3428331"/>
            <a:ext cx="7408994" cy="2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MUESTRA PROFESIONALES POR CATEGORIA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0586" y="2560955"/>
            <a:ext cx="6584535" cy="25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CLIENTE NECESITA UN SERVICIO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1475" y="605512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flujo cubre desde la detección del problema hasta la resolución y evaluación, incluyendo posventa con mediación administrativa.</a:t>
            </a:r>
            <a:endParaRPr lang="en-US" sz="1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BED85-954A-26E7-3677-B728A49162D3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9805"/>
            <a:ext cx="116182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46503" y="702270"/>
            <a:ext cx="16013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ÉPICAS · PARTE I DE II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1757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ÉPICAS 001 A 005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20031"/>
            <a:ext cx="10868745" cy="850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725" y="181242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53806" y="1680766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REGISTRO Y VERIFICACIÓN DE IDENTIDAD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806" y="1965920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Validación con RUT y cédula; un perfil único por profesional.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76897"/>
            <a:ext cx="10868745" cy="8506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725" y="276929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53806" y="2637631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BÚSQUEDA Y CATEGORIZACIÓN DE SERVICIOS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53806" y="2922786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Filtros por ubicación, zona del hogar y especialidad con búsqueda por palabras clave.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33763"/>
            <a:ext cx="10868745" cy="8506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725" y="372616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53806" y="3594497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CHATBOT PARA DIAGNÓSTICO DE NECESIDAD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53806" y="3879652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Asistente conversacional que identifica la especialidad y redirige al listado de profesionales.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0628"/>
            <a:ext cx="10868745" cy="8506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7725" y="468302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53806" y="4551363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PERFIL PROFESIONAL Y RESERVA DE VISITA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53806" y="4836517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Visualización de experiencia, certificaciones y calificaciones; solicitud y coordinación de visita.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47494"/>
            <a:ext cx="10868745" cy="8506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7725" y="563989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353806" y="5508228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GEOLOCALIZACIÓN Y ZONA DE COBERTURA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353806" y="5793383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Filtro por comuna con opción de ampliar a zonas cercanas.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294B44-D9D0-04B0-E8D8-834840B3810D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1762"/>
            <a:ext cx="1506698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55538"/>
            <a:ext cx="190098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ÉPICAS · PARTE II DE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4267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ÉPICAS 006 A 009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9744"/>
            <a:ext cx="5349047" cy="21629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1312" y="188614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6356" y="2494359"/>
            <a:ext cx="49392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SISTEMA DE REPUTACIÓN Y EVALUACIÓN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6356" y="3157637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Calificación en calidad, puntualidad y trato; actualización automática del promedio.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1759744"/>
            <a:ext cx="5349146" cy="21629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21011" y="188614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7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385956" y="2494359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CENTRO DE DESARROLLO PROFESIONAL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385956" y="2877145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Módulos de capacitación en formalización tributaria, seguridad laboral y gestión, con contenido oficial (SII, mutuales).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93270"/>
            <a:ext cx="5349047" cy="21629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1312" y="421967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8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66356" y="4827885"/>
            <a:ext cx="49392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PANEL DE ADMINISTRACIÓN Y MODERACIÓN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866356" y="5491162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Gestión de verificaciones, moderación de perfiles y reseñas, y administración de contenidos.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4093270"/>
            <a:ext cx="5349146" cy="21629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21011" y="421967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9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385956" y="4827885"/>
            <a:ext cx="49393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SISTEMA DE POSVENTA Y GESTIÓN DE RECLAMOS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6385956" y="5491162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Reclamos dentro de 7 días corridos; escalado automático al administrador sin acuerdo.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4278D1-95F0-A3C6-B19E-17555EE5F5DA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910"/>
            <a:ext cx="89503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46503" y="625376"/>
            <a:ext cx="13345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PLANIFICACIÓN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4068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PLANIFICACIÓN ÁGIL— POKER PLANNING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26158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DIMENSIONAMIENTO POR PUNTOS DE FUNCIÓN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1217"/>
            <a:ext cx="10260525" cy="4568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A1BF33-5C18-B255-689C-20498ED4A270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80242F0-A02C-9B0D-A12C-E7E187DE4761}"/>
              </a:ext>
            </a:extLst>
          </p:cNvPr>
          <p:cNvSpPr/>
          <p:nvPr/>
        </p:nvSpPr>
        <p:spPr>
          <a:xfrm>
            <a:off x="6971738" y="4628381"/>
            <a:ext cx="2870522" cy="3795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975"/>
            <a:ext cx="10868745" cy="47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PLANIFICACION DEL PROYECTO </a:t>
            </a:r>
            <a:b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</a:br>
            <a: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DISTRIBUCIÓN POR SPRINTS  (SEM. 5 – 14)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11659"/>
          <a:ext cx="10868743" cy="4899895"/>
        </p:xfrm>
        <a:graphic>
          <a:graphicData uri="http://schemas.openxmlformats.org/drawingml/2006/table">
            <a:tbl>
              <a:tblPr/>
              <a:tblGrid>
                <a:gridCol w="2087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10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Épica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S5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S6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S7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S8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S9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S10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S11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S12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S13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S14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001 – Registro y verificación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002 – Búsqueda y categorización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003 – Asistente inteligente (IA)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004 – Perfil y reserva de visita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005 – Geolocalización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006 – Reputación y evaluación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007 – Centro de Desarrollo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008 – Panel de administración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009 – Posventa y reclamos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E0AFF1B-C8FF-78BB-9494-FDFAF77F1CF6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8960"/>
            <a:ext cx="1317493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5093" y="765770"/>
            <a:ext cx="17798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DEL SISTEMA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4744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ARQUITECTURA Y PATRONES DE DISEÑO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451173"/>
            <a:ext cx="1147833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Arquitectura: Desacoplada (API-First) basada en  </a:t>
            </a:r>
            <a:r>
              <a:rPr lang="en-US" sz="12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Monolito modular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3463"/>
            <a:ext cx="6066281" cy="145682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0898" y="1943993"/>
            <a:ext cx="147336" cy="1473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004" y="2324795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PRESENTACIÓN (FRONTEND)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7004" y="2596555"/>
            <a:ext cx="579522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Next.js + React + Tailwind CSS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Web Responsive / Mobile-First                                            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976388" y="2992636"/>
            <a:ext cx="46158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                                    [HTTPS / JSON / JWT]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70064"/>
            <a:ext cx="6066281" cy="12947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0898" y="3480594"/>
            <a:ext cx="147336" cy="1473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7004" y="3861395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LÓGICA DE NEGOCIO &amp; APIS (BACKEND)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97004" y="4133155"/>
            <a:ext cx="579522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REST Framework (Monolito Modular)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Auth | Profesionales | Match/Geoloc | IA Chatbot | Pagos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44541"/>
            <a:ext cx="6066281" cy="129470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0898" y="4855071"/>
            <a:ext cx="147336" cy="1473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97004" y="5235873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PERSISTENCIA                   CAPA DE INTEGRACIONES EXTERNAS       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97004" y="5507633"/>
            <a:ext cx="579522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PostgreSQL + PostGIS (Datos Geoespaciales)           OpenAI API, Webpay Plus, Mapas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&amp; Redis (Caché)                                                       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3739" y="1833463"/>
            <a:ext cx="4502732" cy="105906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220067" y="1968996"/>
            <a:ext cx="418087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DESACOPLAMIENTO CLIENTE-SERVIDOR (API-FIRST)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220067" y="2432745"/>
            <a:ext cx="418087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Interfaz web responsive independiente de la lógica del servidor. Permite el desarrollo paralelo del equipo (Frontend y Backend).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3739" y="2972296"/>
            <a:ext cx="4502732" cy="102919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20067" y="3107829"/>
            <a:ext cx="418087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MONOLITO MODULAR POR CAPAS (MVC / MVT)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7220067" y="3379589"/>
            <a:ext cx="418087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Módulos con alta cohesión y bajo acoplamiento dentro de un único repositorio backend. Facilita pruebas unitarias (pytest) y documentación automática (Swagger/OpenAPI).</a:t>
            </a:r>
            <a:endParaRPr lang="en-US" sz="9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3739" y="4081264"/>
            <a:ext cx="4502732" cy="86707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20067" y="4216797"/>
            <a:ext cx="418087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EFICIENCIA Y VIABILIDAD TÉCNICA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7220067" y="4488557"/>
            <a:ext cx="418087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Evita la complejidad accidental y latencia de microservicios. Despliegue ágil y seguro mediante Docker en un entorno cloud unificado.</a:t>
            </a:r>
            <a:endParaRPr lang="en-US" sz="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34E17C-DE39-3695-9B9F-B25749D11402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594"/>
            <a:ext cx="2537853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13370"/>
            <a:ext cx="293213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HERRAMIENTAS Y STACK TECNOLÓGICO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050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STACK TECNOLÓGICO COMPLETO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8813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FRONT-END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339181"/>
            <a:ext cx="5215303" cy="197872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HTML5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CSS3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JavaScript (TypeScript)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React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Next.js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4488458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BACK-END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4939506"/>
            <a:ext cx="5215303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Python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REST Framework (DRF)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SimpleJWT (autenticación)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267" y="188813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BASE DE DATOS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21267" y="2339181"/>
            <a:ext cx="5215303" cy="959545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PostgreSQL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PostGIS (extensión geoespacial)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Redis (caché)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267" y="346928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INTELIGENCIA ARTIFICIAL / CHATBOT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321267" y="3920331"/>
            <a:ext cx="5824888" cy="280095"/>
          </a:xfrm>
          <a:prstGeom prst="rect">
            <a:avLst/>
          </a:prstGeom>
          <a:noFill/>
          <a:ln/>
        </p:spPr>
        <p:txBody>
          <a:bodyPr wrap="none" lIns="0" tIns="71827" rIns="0" bIns="0" rtlCol="0" anchor="t"/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de LLM (OpenAI)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5213A-9F44-8E7B-588E-59F4E37B8C7B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B9FA605-7AFC-F9A1-4626-E390A0992D2F}"/>
              </a:ext>
            </a:extLst>
          </p:cNvPr>
          <p:cNvSpPr/>
          <p:nvPr/>
        </p:nvSpPr>
        <p:spPr>
          <a:xfrm>
            <a:off x="667825" y="150445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6916"/>
            <a:ext cx="191457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943570"/>
            <a:ext cx="22973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INTEGRACIONES EXTERNAS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496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APIS Y SERVICIOS INTEGRADOS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3777"/>
            <a:ext cx="5339820" cy="16814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931" y="2293838"/>
            <a:ext cx="22680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881" y="287972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MAPS PLATFORM / MAPBOX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3288407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Geolocalización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123777"/>
            <a:ext cx="5339919" cy="16814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757" y="2293838"/>
            <a:ext cx="226808" cy="2268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4708" y="287972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TRANSBANK WEBPAY PLUS / FLOW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404708" y="3288407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Pagos y suscripciones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94249"/>
            <a:ext cx="5339820" cy="197673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7931" y="4164310"/>
            <a:ext cx="226808" cy="2268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75881" y="4750197"/>
            <a:ext cx="49110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ADS / META ADS + GOOGLE TAG MANAGER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875881" y="545415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Publicidad</a:t>
            </a:r>
            <a:endParaRPr lang="en-US" sz="14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994249"/>
            <a:ext cx="5339919" cy="197673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6757" y="4164310"/>
            <a:ext cx="226808" cy="22681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04708" y="4750197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ANALYTICS 4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6404708" y="5158879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Analítica</a:t>
            </a:r>
            <a:endParaRPr lang="en-US" sz="1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2C5832-B5A0-E5CF-4524-20E448809628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A1232A-6757-DC9B-0A97-D3AD6B14687C}"/>
              </a:ext>
            </a:extLst>
          </p:cNvPr>
          <p:cNvSpPr/>
          <p:nvPr/>
        </p:nvSpPr>
        <p:spPr>
          <a:xfrm>
            <a:off x="11066804" y="6541806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0653"/>
            <a:ext cx="1748488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57814" y="828774"/>
            <a:ext cx="216539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INFRAESTRUCTURA Y DEVOPS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79202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INFRAESTRUCTURA, DEPLOYMENT Y CONTROL DE VERSIONES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228808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Una visión estructurada de las herramientas y servicios que conforman nuestra infraestructura y el pipeline de desarrollo.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79402"/>
            <a:ext cx="2614746" cy="18683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2409" y="2823964"/>
            <a:ext cx="192777" cy="1927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156" y="3322042"/>
            <a:ext cx="2255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DOCKER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1156" y="3654921"/>
            <a:ext cx="22553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Contenerización de aplicaciones para un despliegue consistente en diferentes entornos.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2742" y="2679402"/>
            <a:ext cx="2614845" cy="186838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677" y="2823964"/>
            <a:ext cx="192777" cy="1927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592423" y="3322042"/>
            <a:ext cx="2255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RAILWAY / RENDER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3592423" y="3654921"/>
            <a:ext cx="225548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Plataformas de hosting para un despliegue rápido y escalable del Producto Mínimo Viable (MVP).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679402"/>
            <a:ext cx="2614746" cy="186838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5043" y="2823964"/>
            <a:ext cx="192777" cy="19278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43789" y="3322042"/>
            <a:ext cx="2255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CLOUDFLARE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6343789" y="3654921"/>
            <a:ext cx="22553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 de Distribución de Contenidos (CDN) para optimizar la entrega, seguridad y rendimiento web.</a:t>
            </a:r>
            <a:endParaRPr lang="en-US" sz="12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5375" y="2679402"/>
            <a:ext cx="2614845" cy="186838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310" y="2823964"/>
            <a:ext cx="192777" cy="19278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095056" y="3322042"/>
            <a:ext cx="2255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GITHUB ACTIONS</a:t>
            </a:r>
            <a:endParaRPr lang="en-US" sz="1550" dirty="0"/>
          </a:p>
        </p:txBody>
      </p:sp>
      <p:sp>
        <p:nvSpPr>
          <p:cNvPr id="21" name="Text 11"/>
          <p:cNvSpPr/>
          <p:nvPr/>
        </p:nvSpPr>
        <p:spPr>
          <a:xfrm>
            <a:off x="9095056" y="3654921"/>
            <a:ext cx="225548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Automatización de flujos de trabajo de Integración Continua y Despliegue Continuo (CI/CD).</a:t>
            </a:r>
            <a:endParaRPr lang="en-US" sz="12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684316"/>
            <a:ext cx="10868745" cy="139293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9409" y="4828877"/>
            <a:ext cx="192777" cy="19278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41156" y="5326955"/>
            <a:ext cx="10509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 + GITHUB</a:t>
            </a:r>
            <a:endParaRPr lang="en-US" sz="1550" dirty="0"/>
          </a:p>
        </p:txBody>
      </p:sp>
      <p:sp>
        <p:nvSpPr>
          <p:cNvPr id="25" name="Text 13"/>
          <p:cNvSpPr/>
          <p:nvPr/>
        </p:nvSpPr>
        <p:spPr>
          <a:xfrm>
            <a:off x="841156" y="5659834"/>
            <a:ext cx="105093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Sistema de control de versiones distribuido para la gestión colaborativa del código fuente.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2BE546-652A-5ED8-73A4-206B597523AC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78161"/>
            <a:ext cx="199940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1534815"/>
            <a:ext cx="23821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DOCUMENTACIÓN Y TESTING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409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VALIDACIÓN , CALIDAD Y EVIDENCIAS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494683"/>
            <a:ext cx="32777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DOCUMENTACIÓN Y TESTING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74245"/>
            <a:ext cx="32777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Swagger / OpenAPI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Postman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06691" y="3494683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DISEÑO / UX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406691" y="3978970"/>
            <a:ext cx="3887293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Figma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51906" y="3494683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METODOLOGÍA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151906" y="3978970"/>
            <a:ext cx="4000499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Ágil Scrum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3F115-9D82-DEA0-FE5B-3143B315A156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503E0550-7CAA-AE29-4319-F38713859469}"/>
              </a:ext>
            </a:extLst>
          </p:cNvPr>
          <p:cNvSpPr/>
          <p:nvPr/>
        </p:nvSpPr>
        <p:spPr>
          <a:xfrm>
            <a:off x="481593" y="243155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C52BAB7-2658-AC9B-2659-A71F1568DE62}"/>
              </a:ext>
            </a:extLst>
          </p:cNvPr>
          <p:cNvSpPr/>
          <p:nvPr/>
        </p:nvSpPr>
        <p:spPr>
          <a:xfrm>
            <a:off x="2728210" y="3147933"/>
            <a:ext cx="6790544" cy="15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0C0D0F"/>
                </a:solidFill>
                <a:latin typeface="Hubot Sans Bold" pitchFamily="34" charset="0"/>
              </a:rPr>
              <a:t>Muchas Gracias </a:t>
            </a:r>
            <a:endParaRPr lang="en-US" sz="6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F4069A1-4C19-0F1C-8832-7F5FE9E0FCEF}"/>
              </a:ext>
            </a:extLst>
          </p:cNvPr>
          <p:cNvSpPr/>
          <p:nvPr/>
        </p:nvSpPr>
        <p:spPr>
          <a:xfrm>
            <a:off x="661475" y="432653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971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1306</Words>
  <Application>Microsoft Office PowerPoint</Application>
  <PresentationFormat>Panorámica</PresentationFormat>
  <Paragraphs>230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Hubot Sans Bold</vt:lpstr>
      <vt:lpstr>Hubot Sans Light</vt:lpstr>
      <vt:lpstr>Roboto Condensed</vt:lpstr>
      <vt:lpstr>Arial</vt:lpstr>
      <vt:lpstr>Roboto Condensed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ximena campos</cp:lastModifiedBy>
  <cp:revision>3</cp:revision>
  <dcterms:created xsi:type="dcterms:W3CDTF">2026-08-31T04:52:53Z</dcterms:created>
  <dcterms:modified xsi:type="dcterms:W3CDTF">2026-09-01T16:42:08Z</dcterms:modified>
</cp:coreProperties>
</file>