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72" r:id="rId3"/>
    <p:sldId id="259" r:id="rId4"/>
    <p:sldId id="257" r:id="rId5"/>
    <p:sldId id="25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12192000"/>
  <p:embeddedFontLst>
    <p:embeddedFont>
      <p:font typeface="Hubot Sans Bold" panose="020B0604020202020204" charset="0"/>
      <p:regular r:id="rId19"/>
    </p:embeddedFont>
    <p:embeddedFont>
      <p:font typeface="Roboto Condensed" panose="02000000000000000000" pitchFamily="2" charset="0"/>
      <p:regular r:id="rId20"/>
      <p:bold r:id="rId21"/>
      <p:italic r:id="rId22"/>
      <p:boldItalic r:id="rId23"/>
    </p:embeddedFont>
    <p:embeddedFont>
      <p:font typeface="Roboto Condensed Bold" panose="02000000000000000000" charset="0"/>
      <p:regular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7A13B3-96A3-4D07-A88A-BC7375720B76}" v="77" dt="2026-08-31T16:43:11.6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559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97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mena campos" userId="3ba7cc1a2fb0d3fc" providerId="LiveId" clId="{7FA5D9B8-3EF0-479D-94E0-40BC278DDABD}"/>
    <pc:docChg chg="undo redo custSel addSld delSld modSld sldOrd">
      <pc:chgData name="ximena campos" userId="3ba7cc1a2fb0d3fc" providerId="LiveId" clId="{7FA5D9B8-3EF0-479D-94E0-40BC278DDABD}" dt="2026-08-31T16:43:16.696" v="3366" actId="2696"/>
      <pc:docMkLst>
        <pc:docMk/>
      </pc:docMkLst>
      <pc:sldChg chg="modSp mod">
        <pc:chgData name="ximena campos" userId="3ba7cc1a2fb0d3fc" providerId="LiveId" clId="{7FA5D9B8-3EF0-479D-94E0-40BC278DDABD}" dt="2026-08-31T16:33:25.209" v="3235" actId="1076"/>
        <pc:sldMkLst>
          <pc:docMk/>
          <pc:sldMk cId="0" sldId="256"/>
        </pc:sldMkLst>
        <pc:spChg chg="mod">
          <ac:chgData name="ximena campos" userId="3ba7cc1a2fb0d3fc" providerId="LiveId" clId="{7FA5D9B8-3EF0-479D-94E0-40BC278DDABD}" dt="2026-08-31T15:03:30.309" v="262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5:01:29.973" v="235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5:03:36.417" v="263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6:33:25.209" v="3235" actId="1076"/>
          <ac:spMkLst>
            <pc:docMk/>
            <pc:sldMk cId="0" sldId="256"/>
            <ac:spMk id="5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5:07:12.071" v="538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5:07:16.565" v="539" actId="1076"/>
          <ac:spMkLst>
            <pc:docMk/>
            <pc:sldMk cId="0" sldId="256"/>
            <ac:spMk id="7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6:33:02.764" v="3233" actId="255"/>
          <ac:spMkLst>
            <pc:docMk/>
            <pc:sldMk cId="0" sldId="256"/>
            <ac:spMk id="8" creationId="{00000000-0000-0000-0000-000000000000}"/>
          </ac:spMkLst>
        </pc:spChg>
      </pc:sldChg>
      <pc:sldChg chg="addSp delSp modSp mod ord">
        <pc:chgData name="ximena campos" userId="3ba7cc1a2fb0d3fc" providerId="LiveId" clId="{7FA5D9B8-3EF0-479D-94E0-40BC278DDABD}" dt="2026-08-31T16:35:59.120" v="3255" actId="2711"/>
        <pc:sldMkLst>
          <pc:docMk/>
          <pc:sldMk cId="0" sldId="257"/>
        </pc:sldMkLst>
        <pc:spChg chg="del">
          <ac:chgData name="ximena campos" userId="3ba7cc1a2fb0d3fc" providerId="LiveId" clId="{7FA5D9B8-3EF0-479D-94E0-40BC278DDABD}" dt="2026-08-31T15:23:19.237" v="1361" actId="478"/>
          <ac:spMkLst>
            <pc:docMk/>
            <pc:sldMk cId="0" sldId="257"/>
            <ac:spMk id="2" creationId="{00000000-0000-0000-0000-000000000000}"/>
          </ac:spMkLst>
        </pc:spChg>
        <pc:spChg chg="del">
          <ac:chgData name="ximena campos" userId="3ba7cc1a2fb0d3fc" providerId="LiveId" clId="{7FA5D9B8-3EF0-479D-94E0-40BC278DDABD}" dt="2026-08-31T15:23:18.193" v="1360" actId="478"/>
          <ac:spMkLst>
            <pc:docMk/>
            <pc:sldMk cId="0" sldId="257"/>
            <ac:spMk id="3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6:34:14.271" v="3240" actId="2711"/>
          <ac:spMkLst>
            <pc:docMk/>
            <pc:sldMk cId="0" sldId="257"/>
            <ac:spMk id="4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6:34:19.549" v="3241" actId="2711"/>
          <ac:spMkLst>
            <pc:docMk/>
            <pc:sldMk cId="0" sldId="257"/>
            <ac:spMk id="5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5:41:07.652" v="2055" actId="14100"/>
          <ac:spMkLst>
            <pc:docMk/>
            <pc:sldMk cId="0" sldId="257"/>
            <ac:spMk id="6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5:41:44.018" v="2067" actId="1076"/>
          <ac:spMkLst>
            <pc:docMk/>
            <pc:sldMk cId="0" sldId="257"/>
            <ac:spMk id="7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6:34:26.432" v="3242" actId="2711"/>
          <ac:spMkLst>
            <pc:docMk/>
            <pc:sldMk cId="0" sldId="257"/>
            <ac:spMk id="8" creationId="{00000000-0000-0000-0000-000000000000}"/>
          </ac:spMkLst>
        </pc:spChg>
        <pc:spChg chg="del mod">
          <ac:chgData name="ximena campos" userId="3ba7cc1a2fb0d3fc" providerId="LiveId" clId="{7FA5D9B8-3EF0-479D-94E0-40BC278DDABD}" dt="2026-08-31T15:41:02.507" v="2054" actId="478"/>
          <ac:spMkLst>
            <pc:docMk/>
            <pc:sldMk cId="0" sldId="257"/>
            <ac:spMk id="9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5:42:13.758" v="2073" actId="1076"/>
          <ac:spMkLst>
            <pc:docMk/>
            <pc:sldMk cId="0" sldId="257"/>
            <ac:spMk id="10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6:35:37.943" v="3251" actId="2711"/>
          <ac:spMkLst>
            <pc:docMk/>
            <pc:sldMk cId="0" sldId="257"/>
            <ac:spMk id="11" creationId="{00000000-0000-0000-0000-000000000000}"/>
          </ac:spMkLst>
        </pc:spChg>
        <pc:spChg chg="del mod">
          <ac:chgData name="ximena campos" userId="3ba7cc1a2fb0d3fc" providerId="LiveId" clId="{7FA5D9B8-3EF0-479D-94E0-40BC278DDABD}" dt="2026-08-31T15:41:18.138" v="2058" actId="478"/>
          <ac:spMkLst>
            <pc:docMk/>
            <pc:sldMk cId="0" sldId="257"/>
            <ac:spMk id="12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6:35:21.973" v="3249" actId="2711"/>
          <ac:spMkLst>
            <pc:docMk/>
            <pc:sldMk cId="0" sldId="257"/>
            <ac:spMk id="13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6:35:28.013" v="3250" actId="2711"/>
          <ac:spMkLst>
            <pc:docMk/>
            <pc:sldMk cId="0" sldId="257"/>
            <ac:spMk id="14" creationId="{00000000-0000-0000-0000-000000000000}"/>
          </ac:spMkLst>
        </pc:spChg>
        <pc:spChg chg="del">
          <ac:chgData name="ximena campos" userId="3ba7cc1a2fb0d3fc" providerId="LiveId" clId="{7FA5D9B8-3EF0-479D-94E0-40BC278DDABD}" dt="2026-08-31T15:25:28.500" v="1532" actId="478"/>
          <ac:spMkLst>
            <pc:docMk/>
            <pc:sldMk cId="0" sldId="257"/>
            <ac:spMk id="15" creationId="{00000000-0000-0000-0000-000000000000}"/>
          </ac:spMkLst>
        </pc:spChg>
        <pc:spChg chg="add mod">
          <ac:chgData name="ximena campos" userId="3ba7cc1a2fb0d3fc" providerId="LiveId" clId="{7FA5D9B8-3EF0-479D-94E0-40BC278DDABD}" dt="2026-08-31T15:28:44.452" v="1594" actId="1076"/>
          <ac:spMkLst>
            <pc:docMk/>
            <pc:sldMk cId="0" sldId="257"/>
            <ac:spMk id="18" creationId="{4083F884-AFD7-E5A9-6024-B799C7F7BA81}"/>
          </ac:spMkLst>
        </pc:spChg>
        <pc:spChg chg="add del mod">
          <ac:chgData name="ximena campos" userId="3ba7cc1a2fb0d3fc" providerId="LiveId" clId="{7FA5D9B8-3EF0-479D-94E0-40BC278DDABD}" dt="2026-08-31T15:41:27.342" v="2062" actId="478"/>
          <ac:spMkLst>
            <pc:docMk/>
            <pc:sldMk cId="0" sldId="257"/>
            <ac:spMk id="20" creationId="{A1DB6086-5805-9B45-002D-9C633323C387}"/>
          </ac:spMkLst>
        </pc:spChg>
        <pc:spChg chg="add mod">
          <ac:chgData name="ximena campos" userId="3ba7cc1a2fb0d3fc" providerId="LiveId" clId="{7FA5D9B8-3EF0-479D-94E0-40BC278DDABD}" dt="2026-08-31T15:30:23.069" v="1621" actId="20577"/>
          <ac:spMkLst>
            <pc:docMk/>
            <pc:sldMk cId="0" sldId="257"/>
            <ac:spMk id="22" creationId="{62E74061-847F-76AA-0E04-58D3E51A4DA8}"/>
          </ac:spMkLst>
        </pc:spChg>
        <pc:spChg chg="add mod">
          <ac:chgData name="ximena campos" userId="3ba7cc1a2fb0d3fc" providerId="LiveId" clId="{7FA5D9B8-3EF0-479D-94E0-40BC278DDABD}" dt="2026-08-31T16:35:47.503" v="3253" actId="2711"/>
          <ac:spMkLst>
            <pc:docMk/>
            <pc:sldMk cId="0" sldId="257"/>
            <ac:spMk id="24" creationId="{1FFECD76-AE14-4F6A-9873-3A4BD3F95886}"/>
          </ac:spMkLst>
        </pc:spChg>
        <pc:spChg chg="add mod">
          <ac:chgData name="ximena campos" userId="3ba7cc1a2fb0d3fc" providerId="LiveId" clId="{7FA5D9B8-3EF0-479D-94E0-40BC278DDABD}" dt="2026-08-31T16:35:53.235" v="3254" actId="2711"/>
          <ac:spMkLst>
            <pc:docMk/>
            <pc:sldMk cId="0" sldId="257"/>
            <ac:spMk id="26" creationId="{CCBE6093-BF28-B29F-7D41-20D99EBCC262}"/>
          </ac:spMkLst>
        </pc:spChg>
        <pc:spChg chg="add mod">
          <ac:chgData name="ximena campos" userId="3ba7cc1a2fb0d3fc" providerId="LiveId" clId="{7FA5D9B8-3EF0-479D-94E0-40BC278DDABD}" dt="2026-08-31T15:44:02.681" v="2092" actId="14100"/>
          <ac:spMkLst>
            <pc:docMk/>
            <pc:sldMk cId="0" sldId="257"/>
            <ac:spMk id="28" creationId="{19617302-4863-627D-78FF-DD3416D950C4}"/>
          </ac:spMkLst>
        </pc:spChg>
        <pc:spChg chg="add mod">
          <ac:chgData name="ximena campos" userId="3ba7cc1a2fb0d3fc" providerId="LiveId" clId="{7FA5D9B8-3EF0-479D-94E0-40BC278DDABD}" dt="2026-08-31T16:35:59.120" v="3255" actId="2711"/>
          <ac:spMkLst>
            <pc:docMk/>
            <pc:sldMk cId="0" sldId="257"/>
            <ac:spMk id="30" creationId="{901B482A-0B84-DFAB-2925-62D76ADB31B4}"/>
          </ac:spMkLst>
        </pc:spChg>
        <pc:spChg chg="add mod">
          <ac:chgData name="ximena campos" userId="3ba7cc1a2fb0d3fc" providerId="LiveId" clId="{7FA5D9B8-3EF0-479D-94E0-40BC278DDABD}" dt="2026-08-31T15:43:55.160" v="2091" actId="1076"/>
          <ac:spMkLst>
            <pc:docMk/>
            <pc:sldMk cId="0" sldId="257"/>
            <ac:spMk id="32" creationId="{BEAA5392-99A6-1703-76C7-09D9AF1C7615}"/>
          </ac:spMkLst>
        </pc:spChg>
        <pc:spChg chg="add mod ord">
          <ac:chgData name="ximena campos" userId="3ba7cc1a2fb0d3fc" providerId="LiveId" clId="{7FA5D9B8-3EF0-479D-94E0-40BC278DDABD}" dt="2026-08-31T15:42:09.149" v="2072" actId="1076"/>
          <ac:spMkLst>
            <pc:docMk/>
            <pc:sldMk cId="0" sldId="257"/>
            <ac:spMk id="34" creationId="{C049F023-FD9C-2859-B8DD-FB0E4806B793}"/>
          </ac:spMkLst>
        </pc:spChg>
        <pc:spChg chg="add mod ord">
          <ac:chgData name="ximena campos" userId="3ba7cc1a2fb0d3fc" providerId="LiveId" clId="{7FA5D9B8-3EF0-479D-94E0-40BC278DDABD}" dt="2026-08-31T16:35:17.495" v="3248" actId="1076"/>
          <ac:spMkLst>
            <pc:docMk/>
            <pc:sldMk cId="0" sldId="257"/>
            <ac:spMk id="36" creationId="{2E4D6101-8569-E654-94AC-22F43376292C}"/>
          </ac:spMkLst>
        </pc:spChg>
        <pc:spChg chg="add mod ord">
          <ac:chgData name="ximena campos" userId="3ba7cc1a2fb0d3fc" providerId="LiveId" clId="{7FA5D9B8-3EF0-479D-94E0-40BC278DDABD}" dt="2026-08-31T15:43:00.720" v="2081" actId="1076"/>
          <ac:spMkLst>
            <pc:docMk/>
            <pc:sldMk cId="0" sldId="257"/>
            <ac:spMk id="38" creationId="{67D3F6AB-542C-026E-0A33-C66BD645B976}"/>
          </ac:spMkLst>
        </pc:spChg>
        <pc:spChg chg="add mod">
          <ac:chgData name="ximena campos" userId="3ba7cc1a2fb0d3fc" providerId="LiveId" clId="{7FA5D9B8-3EF0-479D-94E0-40BC278DDABD}" dt="2026-08-31T16:35:05.570" v="3247" actId="571"/>
          <ac:spMkLst>
            <pc:docMk/>
            <pc:sldMk cId="0" sldId="257"/>
            <ac:spMk id="39" creationId="{FCF23FB7-D2EB-8113-2199-15AE4CC4716A}"/>
          </ac:spMkLst>
        </pc:spChg>
        <pc:spChg chg="add mod">
          <ac:chgData name="ximena campos" userId="3ba7cc1a2fb0d3fc" providerId="LiveId" clId="{7FA5D9B8-3EF0-479D-94E0-40BC278DDABD}" dt="2026-08-31T16:35:05.570" v="3247" actId="571"/>
          <ac:spMkLst>
            <pc:docMk/>
            <pc:sldMk cId="0" sldId="257"/>
            <ac:spMk id="40" creationId="{94AE070C-D344-4207-DD1D-F509B6DCFA4A}"/>
          </ac:spMkLst>
        </pc:spChg>
        <pc:spChg chg="add mod">
          <ac:chgData name="ximena campos" userId="3ba7cc1a2fb0d3fc" providerId="LiveId" clId="{7FA5D9B8-3EF0-479D-94E0-40BC278DDABD}" dt="2026-08-31T16:35:05.570" v="3247" actId="571"/>
          <ac:spMkLst>
            <pc:docMk/>
            <pc:sldMk cId="0" sldId="257"/>
            <ac:spMk id="41" creationId="{12A30469-F7EC-0D75-591A-0F7ED4454A80}"/>
          </ac:spMkLst>
        </pc:spChg>
      </pc:sldChg>
      <pc:sldChg chg="addSp delSp modSp add del mod ord">
        <pc:chgData name="ximena campos" userId="3ba7cc1a2fb0d3fc" providerId="LiveId" clId="{7FA5D9B8-3EF0-479D-94E0-40BC278DDABD}" dt="2026-08-31T16:37:06.857" v="3265" actId="2711"/>
        <pc:sldMkLst>
          <pc:docMk/>
          <pc:sldMk cId="0" sldId="258"/>
        </pc:sldMkLst>
        <pc:spChg chg="mod">
          <ac:chgData name="ximena campos" userId="3ba7cc1a2fb0d3fc" providerId="LiveId" clId="{7FA5D9B8-3EF0-479D-94E0-40BC278DDABD}" dt="2026-08-31T15:46:45.213" v="2174" actId="20577"/>
          <ac:spMkLst>
            <pc:docMk/>
            <pc:sldMk cId="0" sldId="258"/>
            <ac:spMk id="4" creationId="{00000000-0000-0000-0000-000000000000}"/>
          </ac:spMkLst>
        </pc:spChg>
        <pc:spChg chg="del">
          <ac:chgData name="ximena campos" userId="3ba7cc1a2fb0d3fc" providerId="LiveId" clId="{7FA5D9B8-3EF0-479D-94E0-40BC278DDABD}" dt="2026-08-31T15:46:50.469" v="2175" actId="478"/>
          <ac:spMkLst>
            <pc:docMk/>
            <pc:sldMk cId="0" sldId="258"/>
            <ac:spMk id="5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5:47:24.224" v="2185" actId="14100"/>
          <ac:spMkLst>
            <pc:docMk/>
            <pc:sldMk cId="0" sldId="258"/>
            <ac:spMk id="6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5:48:56.666" v="2239" actId="14100"/>
          <ac:spMkLst>
            <pc:docMk/>
            <pc:sldMk cId="0" sldId="258"/>
            <ac:spMk id="7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6:36:16.575" v="3256" actId="2711"/>
          <ac:spMkLst>
            <pc:docMk/>
            <pc:sldMk cId="0" sldId="258"/>
            <ac:spMk id="8" creationId="{00000000-0000-0000-0000-000000000000}"/>
          </ac:spMkLst>
        </pc:spChg>
        <pc:spChg chg="del">
          <ac:chgData name="ximena campos" userId="3ba7cc1a2fb0d3fc" providerId="LiveId" clId="{7FA5D9B8-3EF0-479D-94E0-40BC278DDABD}" dt="2026-08-31T15:47:06.423" v="2179" actId="478"/>
          <ac:spMkLst>
            <pc:docMk/>
            <pc:sldMk cId="0" sldId="258"/>
            <ac:spMk id="9" creationId="{00000000-0000-0000-0000-000000000000}"/>
          </ac:spMkLst>
        </pc:spChg>
        <pc:spChg chg="del">
          <ac:chgData name="ximena campos" userId="3ba7cc1a2fb0d3fc" providerId="LiveId" clId="{7FA5D9B8-3EF0-479D-94E0-40BC278DDABD}" dt="2026-08-31T15:47:07.537" v="2180" actId="478"/>
          <ac:spMkLst>
            <pc:docMk/>
            <pc:sldMk cId="0" sldId="258"/>
            <ac:spMk id="10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6:37:06.857" v="3265" actId="2711"/>
          <ac:spMkLst>
            <pc:docMk/>
            <pc:sldMk cId="0" sldId="258"/>
            <ac:spMk id="11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6:36:30.889" v="3259" actId="2711"/>
          <ac:spMkLst>
            <pc:docMk/>
            <pc:sldMk cId="0" sldId="258"/>
            <ac:spMk id="12" creationId="{00000000-0000-0000-0000-000000000000}"/>
          </ac:spMkLst>
        </pc:spChg>
        <pc:spChg chg="del">
          <ac:chgData name="ximena campos" userId="3ba7cc1a2fb0d3fc" providerId="LiveId" clId="{7FA5D9B8-3EF0-479D-94E0-40BC278DDABD}" dt="2026-08-31T15:47:03.745" v="2178" actId="478"/>
          <ac:spMkLst>
            <pc:docMk/>
            <pc:sldMk cId="0" sldId="258"/>
            <ac:spMk id="13" creationId="{00000000-0000-0000-0000-000000000000}"/>
          </ac:spMkLst>
        </pc:spChg>
        <pc:spChg chg="del">
          <ac:chgData name="ximena campos" userId="3ba7cc1a2fb0d3fc" providerId="LiveId" clId="{7FA5D9B8-3EF0-479D-94E0-40BC278DDABD}" dt="2026-08-31T15:47:09.342" v="2181" actId="478"/>
          <ac:spMkLst>
            <pc:docMk/>
            <pc:sldMk cId="0" sldId="258"/>
            <ac:spMk id="14" creationId="{00000000-0000-0000-0000-000000000000}"/>
          </ac:spMkLst>
        </pc:spChg>
        <pc:spChg chg="del">
          <ac:chgData name="ximena campos" userId="3ba7cc1a2fb0d3fc" providerId="LiveId" clId="{7FA5D9B8-3EF0-479D-94E0-40BC278DDABD}" dt="2026-08-31T15:48:38.819" v="2232" actId="478"/>
          <ac:spMkLst>
            <pc:docMk/>
            <pc:sldMk cId="0" sldId="258"/>
            <ac:spMk id="15" creationId="{00000000-0000-0000-0000-000000000000}"/>
          </ac:spMkLst>
        </pc:spChg>
        <pc:spChg chg="del">
          <ac:chgData name="ximena campos" userId="3ba7cc1a2fb0d3fc" providerId="LiveId" clId="{7FA5D9B8-3EF0-479D-94E0-40BC278DDABD}" dt="2026-08-31T15:48:40.295" v="2233" actId="478"/>
          <ac:spMkLst>
            <pc:docMk/>
            <pc:sldMk cId="0" sldId="258"/>
            <ac:spMk id="16" creationId="{00000000-0000-0000-0000-000000000000}"/>
          </ac:spMkLst>
        </pc:spChg>
        <pc:spChg chg="add mod">
          <ac:chgData name="ximena campos" userId="3ba7cc1a2fb0d3fc" providerId="LiveId" clId="{7FA5D9B8-3EF0-479D-94E0-40BC278DDABD}" dt="2026-08-31T16:30:30.129" v="3214" actId="1076"/>
          <ac:spMkLst>
            <pc:docMk/>
            <pc:sldMk cId="0" sldId="258"/>
            <ac:spMk id="18" creationId="{440995CF-8668-C3E2-D853-D10492B84AE8}"/>
          </ac:spMkLst>
        </pc:spChg>
        <pc:spChg chg="add mod">
          <ac:chgData name="ximena campos" userId="3ba7cc1a2fb0d3fc" providerId="LiveId" clId="{7FA5D9B8-3EF0-479D-94E0-40BC278DDABD}" dt="2026-08-31T16:30:34.071" v="3215" actId="1076"/>
          <ac:spMkLst>
            <pc:docMk/>
            <pc:sldMk cId="0" sldId="258"/>
            <ac:spMk id="20" creationId="{49A6B360-3266-C26C-167E-B0252A5F9D00}"/>
          </ac:spMkLst>
        </pc:spChg>
        <pc:spChg chg="add mod">
          <ac:chgData name="ximena campos" userId="3ba7cc1a2fb0d3fc" providerId="LiveId" clId="{7FA5D9B8-3EF0-479D-94E0-40BC278DDABD}" dt="2026-08-31T16:36:39.774" v="3261" actId="2711"/>
          <ac:spMkLst>
            <pc:docMk/>
            <pc:sldMk cId="0" sldId="258"/>
            <ac:spMk id="22" creationId="{7428BA49-9C2A-2387-CFD9-6C713DDC4803}"/>
          </ac:spMkLst>
        </pc:spChg>
        <pc:spChg chg="add mod">
          <ac:chgData name="ximena campos" userId="3ba7cc1a2fb0d3fc" providerId="LiveId" clId="{7FA5D9B8-3EF0-479D-94E0-40BC278DDABD}" dt="2026-08-31T16:36:47.469" v="3262" actId="2711"/>
          <ac:spMkLst>
            <pc:docMk/>
            <pc:sldMk cId="0" sldId="258"/>
            <ac:spMk id="24" creationId="{6863085D-D3EE-C3A0-6F6B-9A74FC40BACC}"/>
          </ac:spMkLst>
        </pc:spChg>
        <pc:spChg chg="del mod">
          <ac:chgData name="ximena campos" userId="3ba7cc1a2fb0d3fc" providerId="LiveId" clId="{7FA5D9B8-3EF0-479D-94E0-40BC278DDABD}" dt="2026-08-31T15:47:02.167" v="2177" actId="478"/>
          <ac:spMkLst>
            <pc:docMk/>
            <pc:sldMk cId="0" sldId="258"/>
            <ac:spMk id="25" creationId="{00000000-0000-0000-0000-000000000000}"/>
          </ac:spMkLst>
        </pc:spChg>
        <pc:spChg chg="del">
          <ac:chgData name="ximena campos" userId="3ba7cc1a2fb0d3fc" providerId="LiveId" clId="{7FA5D9B8-3EF0-479D-94E0-40BC278DDABD}" dt="2026-08-31T15:47:11.001" v="2182" actId="478"/>
          <ac:spMkLst>
            <pc:docMk/>
            <pc:sldMk cId="0" sldId="258"/>
            <ac:spMk id="26" creationId="{00000000-0000-0000-0000-000000000000}"/>
          </ac:spMkLst>
        </pc:spChg>
        <pc:spChg chg="del">
          <ac:chgData name="ximena campos" userId="3ba7cc1a2fb0d3fc" providerId="LiveId" clId="{7FA5D9B8-3EF0-479D-94E0-40BC278DDABD}" dt="2026-08-31T15:48:35.941" v="2230" actId="478"/>
          <ac:spMkLst>
            <pc:docMk/>
            <pc:sldMk cId="0" sldId="258"/>
            <ac:spMk id="27" creationId="{00000000-0000-0000-0000-000000000000}"/>
          </ac:spMkLst>
        </pc:spChg>
        <pc:spChg chg="del mod">
          <ac:chgData name="ximena campos" userId="3ba7cc1a2fb0d3fc" providerId="LiveId" clId="{7FA5D9B8-3EF0-479D-94E0-40BC278DDABD}" dt="2026-08-31T15:48:37.367" v="2231" actId="478"/>
          <ac:spMkLst>
            <pc:docMk/>
            <pc:sldMk cId="0" sldId="258"/>
            <ac:spMk id="28" creationId="{00000000-0000-0000-0000-000000000000}"/>
          </ac:spMkLst>
        </pc:spChg>
        <pc:spChg chg="del mod">
          <ac:chgData name="ximena campos" userId="3ba7cc1a2fb0d3fc" providerId="LiveId" clId="{7FA5D9B8-3EF0-479D-94E0-40BC278DDABD}" dt="2026-08-31T15:52:35.112" v="2284" actId="478"/>
          <ac:spMkLst>
            <pc:docMk/>
            <pc:sldMk cId="0" sldId="258"/>
            <ac:spMk id="29" creationId="{00000000-0000-0000-0000-000000000000}"/>
          </ac:spMkLst>
        </pc:spChg>
        <pc:spChg chg="del">
          <ac:chgData name="ximena campos" userId="3ba7cc1a2fb0d3fc" providerId="LiveId" clId="{7FA5D9B8-3EF0-479D-94E0-40BC278DDABD}" dt="2026-08-31T15:48:23.375" v="2224" actId="478"/>
          <ac:spMkLst>
            <pc:docMk/>
            <pc:sldMk cId="0" sldId="258"/>
            <ac:spMk id="30" creationId="{00000000-0000-0000-0000-000000000000}"/>
          </ac:spMkLst>
        </pc:spChg>
        <pc:spChg chg="del">
          <ac:chgData name="ximena campos" userId="3ba7cc1a2fb0d3fc" providerId="LiveId" clId="{7FA5D9B8-3EF0-479D-94E0-40BC278DDABD}" dt="2026-08-31T15:48:23.375" v="2224" actId="478"/>
          <ac:spMkLst>
            <pc:docMk/>
            <pc:sldMk cId="0" sldId="258"/>
            <ac:spMk id="31" creationId="{00000000-0000-0000-0000-000000000000}"/>
          </ac:spMkLst>
        </pc:spChg>
        <pc:spChg chg="del">
          <ac:chgData name="ximena campos" userId="3ba7cc1a2fb0d3fc" providerId="LiveId" clId="{7FA5D9B8-3EF0-479D-94E0-40BC278DDABD}" dt="2026-08-31T15:48:23.375" v="2224" actId="478"/>
          <ac:spMkLst>
            <pc:docMk/>
            <pc:sldMk cId="0" sldId="258"/>
            <ac:spMk id="32" creationId="{00000000-0000-0000-0000-000000000000}"/>
          </ac:spMkLst>
        </pc:spChg>
        <pc:spChg chg="del mod">
          <ac:chgData name="ximena campos" userId="3ba7cc1a2fb0d3fc" providerId="LiveId" clId="{7FA5D9B8-3EF0-479D-94E0-40BC278DDABD}" dt="2026-08-31T15:50:19.271" v="2254" actId="478"/>
          <ac:spMkLst>
            <pc:docMk/>
            <pc:sldMk cId="0" sldId="258"/>
            <ac:spMk id="33" creationId="{00000000-0000-0000-0000-000000000000}"/>
          </ac:spMkLst>
        </pc:spChg>
        <pc:spChg chg="del mod">
          <ac:chgData name="ximena campos" userId="3ba7cc1a2fb0d3fc" providerId="LiveId" clId="{7FA5D9B8-3EF0-479D-94E0-40BC278DDABD}" dt="2026-08-31T15:48:30.726" v="2228" actId="478"/>
          <ac:spMkLst>
            <pc:docMk/>
            <pc:sldMk cId="0" sldId="258"/>
            <ac:spMk id="34" creationId="{00000000-0000-0000-0000-000000000000}"/>
          </ac:spMkLst>
        </pc:spChg>
        <pc:spChg chg="del">
          <ac:chgData name="ximena campos" userId="3ba7cc1a2fb0d3fc" providerId="LiveId" clId="{7FA5D9B8-3EF0-479D-94E0-40BC278DDABD}" dt="2026-08-31T15:48:29.874" v="2227" actId="478"/>
          <ac:spMkLst>
            <pc:docMk/>
            <pc:sldMk cId="0" sldId="258"/>
            <ac:spMk id="35" creationId="{00000000-0000-0000-0000-000000000000}"/>
          </ac:spMkLst>
        </pc:spChg>
        <pc:spChg chg="del">
          <ac:chgData name="ximena campos" userId="3ba7cc1a2fb0d3fc" providerId="LiveId" clId="{7FA5D9B8-3EF0-479D-94E0-40BC278DDABD}" dt="2026-08-31T15:48:28.864" v="2226" actId="478"/>
          <ac:spMkLst>
            <pc:docMk/>
            <pc:sldMk cId="0" sldId="258"/>
            <ac:spMk id="36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6:31:08.369" v="3218" actId="1076"/>
          <ac:spMkLst>
            <pc:docMk/>
            <pc:sldMk cId="0" sldId="258"/>
            <ac:spMk id="39" creationId="{F11B6304-EE07-3949-E250-F8911879B092}"/>
          </ac:spMkLst>
        </pc:spChg>
        <pc:spChg chg="add mod">
          <ac:chgData name="ximena campos" userId="3ba7cc1a2fb0d3fc" providerId="LiveId" clId="{7FA5D9B8-3EF0-479D-94E0-40BC278DDABD}" dt="2026-08-31T16:36:54.532" v="3263" actId="2711"/>
          <ac:spMkLst>
            <pc:docMk/>
            <pc:sldMk cId="0" sldId="258"/>
            <ac:spMk id="40" creationId="{C534F61F-7FCE-A901-CD73-0CBC0E086714}"/>
          </ac:spMkLst>
        </pc:spChg>
        <pc:spChg chg="del">
          <ac:chgData name="ximena campos" userId="3ba7cc1a2fb0d3fc" providerId="LiveId" clId="{7FA5D9B8-3EF0-479D-94E0-40BC278DDABD}" dt="2026-08-31T15:48:23.375" v="2224" actId="478"/>
          <ac:spMkLst>
            <pc:docMk/>
            <pc:sldMk cId="0" sldId="258"/>
            <ac:spMk id="41" creationId="{1A377F52-8969-099D-6471-55DC26BF833B}"/>
          </ac:spMkLst>
        </pc:spChg>
        <pc:spChg chg="del">
          <ac:chgData name="ximena campos" userId="3ba7cc1a2fb0d3fc" providerId="LiveId" clId="{7FA5D9B8-3EF0-479D-94E0-40BC278DDABD}" dt="2026-08-31T15:48:23.375" v="2224" actId="478"/>
          <ac:spMkLst>
            <pc:docMk/>
            <pc:sldMk cId="0" sldId="258"/>
            <ac:spMk id="43" creationId="{F4A8046D-BE2E-4CF9-5837-370E4298B534}"/>
          </ac:spMkLst>
        </pc:spChg>
        <pc:spChg chg="add mod">
          <ac:chgData name="ximena campos" userId="3ba7cc1a2fb0d3fc" providerId="LiveId" clId="{7FA5D9B8-3EF0-479D-94E0-40BC278DDABD}" dt="2026-08-31T16:37:01.073" v="3264" actId="2711"/>
          <ac:spMkLst>
            <pc:docMk/>
            <pc:sldMk cId="0" sldId="258"/>
            <ac:spMk id="44" creationId="{E32763EA-2FDB-0696-566D-5D15F1C7F370}"/>
          </ac:spMkLst>
        </pc:spChg>
        <pc:spChg chg="del">
          <ac:chgData name="ximena campos" userId="3ba7cc1a2fb0d3fc" providerId="LiveId" clId="{7FA5D9B8-3EF0-479D-94E0-40BC278DDABD}" dt="2026-08-31T15:48:23.375" v="2224" actId="478"/>
          <ac:spMkLst>
            <pc:docMk/>
            <pc:sldMk cId="0" sldId="258"/>
            <ac:spMk id="45" creationId="{E4C1E263-ABF5-203F-3846-D4AF868CC671}"/>
          </ac:spMkLst>
        </pc:spChg>
        <pc:spChg chg="mod">
          <ac:chgData name="ximena campos" userId="3ba7cc1a2fb0d3fc" providerId="LiveId" clId="{7FA5D9B8-3EF0-479D-94E0-40BC278DDABD}" dt="2026-08-31T16:31:16.743" v="3219" actId="1076"/>
          <ac:spMkLst>
            <pc:docMk/>
            <pc:sldMk cId="0" sldId="258"/>
            <ac:spMk id="47" creationId="{61572BCC-286D-ED4A-B353-2FB02DD97181}"/>
          </ac:spMkLst>
        </pc:spChg>
        <pc:spChg chg="add mod">
          <ac:chgData name="ximena campos" userId="3ba7cc1a2fb0d3fc" providerId="LiveId" clId="{7FA5D9B8-3EF0-479D-94E0-40BC278DDABD}" dt="2026-08-31T16:36:25.792" v="3258" actId="20577"/>
          <ac:spMkLst>
            <pc:docMk/>
            <pc:sldMk cId="0" sldId="258"/>
            <ac:spMk id="48" creationId="{844DC6D0-64C6-5BA7-AD4D-31A3F6049315}"/>
          </ac:spMkLst>
        </pc:spChg>
        <pc:spChg chg="del">
          <ac:chgData name="ximena campos" userId="3ba7cc1a2fb0d3fc" providerId="LiveId" clId="{7FA5D9B8-3EF0-479D-94E0-40BC278DDABD}" dt="2026-08-31T15:48:23.375" v="2224" actId="478"/>
          <ac:spMkLst>
            <pc:docMk/>
            <pc:sldMk cId="0" sldId="258"/>
            <ac:spMk id="49" creationId="{0B646A6F-480E-AEC0-7F46-9D1809AF0784}"/>
          </ac:spMkLst>
        </pc:spChg>
        <pc:spChg chg="del">
          <ac:chgData name="ximena campos" userId="3ba7cc1a2fb0d3fc" providerId="LiveId" clId="{7FA5D9B8-3EF0-479D-94E0-40BC278DDABD}" dt="2026-08-31T15:48:23.375" v="2224" actId="478"/>
          <ac:spMkLst>
            <pc:docMk/>
            <pc:sldMk cId="0" sldId="258"/>
            <ac:spMk id="51" creationId="{39AE935C-D31C-3C73-9E34-52C3D87FE38C}"/>
          </ac:spMkLst>
        </pc:spChg>
        <pc:spChg chg="add mod">
          <ac:chgData name="ximena campos" userId="3ba7cc1a2fb0d3fc" providerId="LiveId" clId="{7FA5D9B8-3EF0-479D-94E0-40BC278DDABD}" dt="2026-08-31T16:30:43.337" v="3216" actId="1076"/>
          <ac:spMkLst>
            <pc:docMk/>
            <pc:sldMk cId="0" sldId="258"/>
            <ac:spMk id="52" creationId="{EFAD891B-76DB-9937-B57F-DCA9DE733AA5}"/>
          </ac:spMkLst>
        </pc:spChg>
        <pc:spChg chg="del">
          <ac:chgData name="ximena campos" userId="3ba7cc1a2fb0d3fc" providerId="LiveId" clId="{7FA5D9B8-3EF0-479D-94E0-40BC278DDABD}" dt="2026-08-31T15:48:23.375" v="2224" actId="478"/>
          <ac:spMkLst>
            <pc:docMk/>
            <pc:sldMk cId="0" sldId="258"/>
            <ac:spMk id="53" creationId="{274207FD-C2A6-2EFA-22A3-CCFC88F7AF09}"/>
          </ac:spMkLst>
        </pc:spChg>
        <pc:spChg chg="add mod">
          <ac:chgData name="ximena campos" userId="3ba7cc1a2fb0d3fc" providerId="LiveId" clId="{7FA5D9B8-3EF0-479D-94E0-40BC278DDABD}" dt="2026-08-31T16:30:56.965" v="3217" actId="1076"/>
          <ac:spMkLst>
            <pc:docMk/>
            <pc:sldMk cId="0" sldId="258"/>
            <ac:spMk id="55" creationId="{238A2028-281A-59D4-64F0-4E14EF3240C9}"/>
          </ac:spMkLst>
        </pc:spChg>
        <pc:spChg chg="add mod ord">
          <ac:chgData name="ximena campos" userId="3ba7cc1a2fb0d3fc" providerId="LiveId" clId="{7FA5D9B8-3EF0-479D-94E0-40BC278DDABD}" dt="2026-08-31T16:32:13.191" v="3231" actId="1076"/>
          <ac:spMkLst>
            <pc:docMk/>
            <pc:sldMk cId="0" sldId="258"/>
            <ac:spMk id="57" creationId="{53315B68-8DEB-0081-B5A8-2155E95F9921}"/>
          </ac:spMkLst>
        </pc:spChg>
      </pc:sldChg>
      <pc:sldChg chg="delSp modSp mod ord">
        <pc:chgData name="ximena campos" userId="3ba7cc1a2fb0d3fc" providerId="LiveId" clId="{7FA5D9B8-3EF0-479D-94E0-40BC278DDABD}" dt="2026-08-31T16:34:00.391" v="3239" actId="2711"/>
        <pc:sldMkLst>
          <pc:docMk/>
          <pc:sldMk cId="0" sldId="259"/>
        </pc:sldMkLst>
        <pc:spChg chg="del">
          <ac:chgData name="ximena campos" userId="3ba7cc1a2fb0d3fc" providerId="LiveId" clId="{7FA5D9B8-3EF0-479D-94E0-40BC278DDABD}" dt="2026-08-31T15:21:15.189" v="1335" actId="478"/>
          <ac:spMkLst>
            <pc:docMk/>
            <pc:sldMk cId="0" sldId="259"/>
            <ac:spMk id="2" creationId="{00000000-0000-0000-0000-000000000000}"/>
          </ac:spMkLst>
        </pc:spChg>
        <pc:spChg chg="del mod">
          <ac:chgData name="ximena campos" userId="3ba7cc1a2fb0d3fc" providerId="LiveId" clId="{7FA5D9B8-3EF0-479D-94E0-40BC278DDABD}" dt="2026-08-31T15:21:23.129" v="1337" actId="21"/>
          <ac:spMkLst>
            <pc:docMk/>
            <pc:sldMk cId="0" sldId="259"/>
            <ac:spMk id="3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6:34:00.391" v="3239" actId="2711"/>
          <ac:spMkLst>
            <pc:docMk/>
            <pc:sldMk cId="0" sldId="259"/>
            <ac:spMk id="4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6:33:50.761" v="3238" actId="1076"/>
          <ac:spMkLst>
            <pc:docMk/>
            <pc:sldMk cId="0" sldId="259"/>
            <ac:spMk id="5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5:22:08.801" v="1348" actId="1076"/>
          <ac:spMkLst>
            <pc:docMk/>
            <pc:sldMk cId="0" sldId="259"/>
            <ac:spMk id="6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6:33:43.655" v="3237" actId="2711"/>
          <ac:spMkLst>
            <pc:docMk/>
            <pc:sldMk cId="0" sldId="259"/>
            <ac:spMk id="7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6:33:36.827" v="3236" actId="2711"/>
          <ac:spMkLst>
            <pc:docMk/>
            <pc:sldMk cId="0" sldId="259"/>
            <ac:spMk id="8" creationId="{00000000-0000-0000-0000-000000000000}"/>
          </ac:spMkLst>
        </pc:spChg>
        <pc:spChg chg="del mod">
          <ac:chgData name="ximena campos" userId="3ba7cc1a2fb0d3fc" providerId="LiveId" clId="{7FA5D9B8-3EF0-479D-94E0-40BC278DDABD}" dt="2026-08-31T15:20:02.335" v="1328" actId="478"/>
          <ac:spMkLst>
            <pc:docMk/>
            <pc:sldMk cId="0" sldId="259"/>
            <ac:spMk id="9" creationId="{00000000-0000-0000-0000-000000000000}"/>
          </ac:spMkLst>
        </pc:spChg>
        <pc:spChg chg="del">
          <ac:chgData name="ximena campos" userId="3ba7cc1a2fb0d3fc" providerId="LiveId" clId="{7FA5D9B8-3EF0-479D-94E0-40BC278DDABD}" dt="2026-08-31T15:20:05.383" v="1329" actId="478"/>
          <ac:spMkLst>
            <pc:docMk/>
            <pc:sldMk cId="0" sldId="259"/>
            <ac:spMk id="10" creationId="{00000000-0000-0000-0000-000000000000}"/>
          </ac:spMkLst>
        </pc:spChg>
      </pc:sldChg>
      <pc:sldChg chg="modSp mod">
        <pc:chgData name="ximena campos" userId="3ba7cc1a2fb0d3fc" providerId="LiveId" clId="{7FA5D9B8-3EF0-479D-94E0-40BC278DDABD}" dt="2026-08-31T16:38:05.926" v="3272" actId="1076"/>
        <pc:sldMkLst>
          <pc:docMk/>
          <pc:sldMk cId="0" sldId="260"/>
        </pc:sldMkLst>
        <pc:spChg chg="mod">
          <ac:chgData name="ximena campos" userId="3ba7cc1a2fb0d3fc" providerId="LiveId" clId="{7FA5D9B8-3EF0-479D-94E0-40BC278DDABD}" dt="2026-08-31T15:57:14.453" v="2487" actId="20577"/>
          <ac:spMkLst>
            <pc:docMk/>
            <pc:sldMk cId="0" sldId="260"/>
            <ac:spMk id="4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6:37:18.110" v="3266" actId="2711"/>
          <ac:spMkLst>
            <pc:docMk/>
            <pc:sldMk cId="0" sldId="260"/>
            <ac:spMk id="5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6:38:03.746" v="3271" actId="14100"/>
          <ac:spMkLst>
            <pc:docMk/>
            <pc:sldMk cId="0" sldId="260"/>
            <ac:spMk id="7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6:37:44.247" v="3269" actId="2711"/>
          <ac:spMkLst>
            <pc:docMk/>
            <pc:sldMk cId="0" sldId="260"/>
            <ac:spMk id="8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6:37:37.238" v="3268" actId="2711"/>
          <ac:spMkLst>
            <pc:docMk/>
            <pc:sldMk cId="0" sldId="260"/>
            <ac:spMk id="9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6:37:29.562" v="3267" actId="2711"/>
          <ac:spMkLst>
            <pc:docMk/>
            <pc:sldMk cId="0" sldId="260"/>
            <ac:spMk id="10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6:38:05.926" v="3272" actId="1076"/>
          <ac:spMkLst>
            <pc:docMk/>
            <pc:sldMk cId="0" sldId="260"/>
            <ac:spMk id="11" creationId="{00000000-0000-0000-0000-000000000000}"/>
          </ac:spMkLst>
        </pc:spChg>
        <pc:picChg chg="mod">
          <ac:chgData name="ximena campos" userId="3ba7cc1a2fb0d3fc" providerId="LiveId" clId="{7FA5D9B8-3EF0-479D-94E0-40BC278DDABD}" dt="2026-08-31T15:58:43.836" v="2492" actId="14100"/>
          <ac:picMkLst>
            <pc:docMk/>
            <pc:sldMk cId="0" sldId="260"/>
            <ac:picMk id="6" creationId="{00000000-0000-0000-0000-000000000000}"/>
          </ac:picMkLst>
        </pc:picChg>
      </pc:sldChg>
      <pc:sldChg chg="modSp mod">
        <pc:chgData name="ximena campos" userId="3ba7cc1a2fb0d3fc" providerId="LiveId" clId="{7FA5D9B8-3EF0-479D-94E0-40BC278DDABD}" dt="2026-08-31T16:05:17.922" v="2692" actId="20577"/>
        <pc:sldMkLst>
          <pc:docMk/>
          <pc:sldMk cId="0" sldId="262"/>
        </pc:sldMkLst>
        <pc:spChg chg="mod">
          <ac:chgData name="ximena campos" userId="3ba7cc1a2fb0d3fc" providerId="LiveId" clId="{7FA5D9B8-3EF0-479D-94E0-40BC278DDABD}" dt="2026-08-31T16:05:03.901" v="2686" actId="20577"/>
          <ac:spMkLst>
            <pc:docMk/>
            <pc:sldMk cId="0" sldId="262"/>
            <ac:spMk id="6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6:05:09.802" v="2688" actId="20577"/>
          <ac:spMkLst>
            <pc:docMk/>
            <pc:sldMk cId="0" sldId="262"/>
            <ac:spMk id="10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6:05:13.817" v="2690" actId="20577"/>
          <ac:spMkLst>
            <pc:docMk/>
            <pc:sldMk cId="0" sldId="262"/>
            <ac:spMk id="14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6:05:17.922" v="2692" actId="20577"/>
          <ac:spMkLst>
            <pc:docMk/>
            <pc:sldMk cId="0" sldId="262"/>
            <ac:spMk id="18" creationId="{00000000-0000-0000-0000-000000000000}"/>
          </ac:spMkLst>
        </pc:spChg>
      </pc:sldChg>
      <pc:sldChg chg="addSp delSp modSp mod">
        <pc:chgData name="ximena campos" userId="3ba7cc1a2fb0d3fc" providerId="LiveId" clId="{7FA5D9B8-3EF0-479D-94E0-40BC278DDABD}" dt="2026-08-31T16:12:00.379" v="2847" actId="14100"/>
        <pc:sldMkLst>
          <pc:docMk/>
          <pc:sldMk cId="0" sldId="263"/>
        </pc:sldMkLst>
        <pc:spChg chg="mod">
          <ac:chgData name="ximena campos" userId="3ba7cc1a2fb0d3fc" providerId="LiveId" clId="{7FA5D9B8-3EF0-479D-94E0-40BC278DDABD}" dt="2026-08-31T16:06:12.980" v="2726" actId="20577"/>
          <ac:spMkLst>
            <pc:docMk/>
            <pc:sldMk cId="0" sldId="263"/>
            <ac:spMk id="4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6:09:45.816" v="2790" actId="20577"/>
          <ac:spMkLst>
            <pc:docMk/>
            <pc:sldMk cId="0" sldId="263"/>
            <ac:spMk id="5" creationId="{00000000-0000-0000-0000-000000000000}"/>
          </ac:spMkLst>
        </pc:spChg>
        <pc:spChg chg="add mod">
          <ac:chgData name="ximena campos" userId="3ba7cc1a2fb0d3fc" providerId="LiveId" clId="{7FA5D9B8-3EF0-479D-94E0-40BC278DDABD}" dt="2026-08-31T16:09:28.833" v="2784" actId="20577"/>
          <ac:spMkLst>
            <pc:docMk/>
            <pc:sldMk cId="0" sldId="263"/>
            <ac:spMk id="11" creationId="{B80242F0-A02C-9B0D-A12C-E7E187DE4761}"/>
          </ac:spMkLst>
        </pc:spChg>
        <pc:spChg chg="add del mod">
          <ac:chgData name="ximena campos" userId="3ba7cc1a2fb0d3fc" providerId="LiveId" clId="{7FA5D9B8-3EF0-479D-94E0-40BC278DDABD}" dt="2026-08-31T16:11:15.243" v="2841" actId="478"/>
          <ac:spMkLst>
            <pc:docMk/>
            <pc:sldMk cId="0" sldId="263"/>
            <ac:spMk id="13" creationId="{995CA651-6AE1-EE10-5126-2545B3AA0FBD}"/>
          </ac:spMkLst>
        </pc:spChg>
        <pc:picChg chg="mod">
          <ac:chgData name="ximena campos" userId="3ba7cc1a2fb0d3fc" providerId="LiveId" clId="{7FA5D9B8-3EF0-479D-94E0-40BC278DDABD}" dt="2026-08-31T16:12:00.379" v="2847" actId="14100"/>
          <ac:picMkLst>
            <pc:docMk/>
            <pc:sldMk cId="0" sldId="263"/>
            <ac:picMk id="6" creationId="{00000000-0000-0000-0000-000000000000}"/>
          </ac:picMkLst>
        </pc:picChg>
        <pc:picChg chg="add del mod">
          <ac:chgData name="ximena campos" userId="3ba7cc1a2fb0d3fc" providerId="LiveId" clId="{7FA5D9B8-3EF0-479D-94E0-40BC278DDABD}" dt="2026-08-31T16:11:17.305" v="2842" actId="478"/>
          <ac:picMkLst>
            <pc:docMk/>
            <pc:sldMk cId="0" sldId="263"/>
            <ac:picMk id="9" creationId="{FB0A11B8-7A7F-E4BF-9350-A67A5BD3F364}"/>
          </ac:picMkLst>
        </pc:picChg>
      </pc:sldChg>
      <pc:sldChg chg="modSp mod">
        <pc:chgData name="ximena campos" userId="3ba7cc1a2fb0d3fc" providerId="LiveId" clId="{7FA5D9B8-3EF0-479D-94E0-40BC278DDABD}" dt="2026-08-31T16:15:30.706" v="2917" actId="1076"/>
        <pc:sldMkLst>
          <pc:docMk/>
          <pc:sldMk cId="0" sldId="264"/>
        </pc:sldMkLst>
        <pc:spChg chg="mod">
          <ac:chgData name="ximena campos" userId="3ba7cc1a2fb0d3fc" providerId="LiveId" clId="{7FA5D9B8-3EF0-479D-94E0-40BC278DDABD}" dt="2026-08-31T16:15:30.706" v="2917" actId="1076"/>
          <ac:spMkLst>
            <pc:docMk/>
            <pc:sldMk cId="0" sldId="264"/>
            <ac:spMk id="2" creationId="{00000000-0000-0000-0000-000000000000}"/>
          </ac:spMkLst>
        </pc:spChg>
      </pc:sldChg>
      <pc:sldChg chg="modSp mod">
        <pc:chgData name="ximena campos" userId="3ba7cc1a2fb0d3fc" providerId="LiveId" clId="{7FA5D9B8-3EF0-479D-94E0-40BC278DDABD}" dt="2026-08-31T16:39:56.784" v="3346" actId="20577"/>
        <pc:sldMkLst>
          <pc:docMk/>
          <pc:sldMk cId="0" sldId="265"/>
        </pc:sldMkLst>
        <pc:spChg chg="mod">
          <ac:chgData name="ximena campos" userId="3ba7cc1a2fb0d3fc" providerId="LiveId" clId="{7FA5D9B8-3EF0-479D-94E0-40BC278DDABD}" dt="2026-08-31T16:39:56.784" v="3346" actId="20577"/>
          <ac:spMkLst>
            <pc:docMk/>
            <pc:sldMk cId="0" sldId="265"/>
            <ac:spMk id="5" creationId="{00000000-0000-0000-0000-000000000000}"/>
          </ac:spMkLst>
        </pc:spChg>
      </pc:sldChg>
      <pc:sldChg chg="addSp modSp mod">
        <pc:chgData name="ximena campos" userId="3ba7cc1a2fb0d3fc" providerId="LiveId" clId="{7FA5D9B8-3EF0-479D-94E0-40BC278DDABD}" dt="2026-08-31T16:40:46.509" v="3348" actId="1076"/>
        <pc:sldMkLst>
          <pc:docMk/>
          <pc:sldMk cId="0" sldId="266"/>
        </pc:sldMkLst>
        <pc:spChg chg="add mod">
          <ac:chgData name="ximena campos" userId="3ba7cc1a2fb0d3fc" providerId="LiveId" clId="{7FA5D9B8-3EF0-479D-94E0-40BC278DDABD}" dt="2026-08-31T16:40:46.509" v="3348" actId="1076"/>
          <ac:spMkLst>
            <pc:docMk/>
            <pc:sldMk cId="0" sldId="266"/>
            <ac:spMk id="15" creationId="{8B9FA605-7AFC-F9A1-4626-E390A0992D2F}"/>
          </ac:spMkLst>
        </pc:spChg>
      </pc:sldChg>
      <pc:sldChg chg="addSp delSp modSp mod">
        <pc:chgData name="ximena campos" userId="3ba7cc1a2fb0d3fc" providerId="LiveId" clId="{7FA5D9B8-3EF0-479D-94E0-40BC278DDABD}" dt="2026-08-31T16:28:38.030" v="3185" actId="1076"/>
        <pc:sldMkLst>
          <pc:docMk/>
          <pc:sldMk cId="0" sldId="269"/>
        </pc:sldMkLst>
        <pc:spChg chg="mod">
          <ac:chgData name="ximena campos" userId="3ba7cc1a2fb0d3fc" providerId="LiveId" clId="{7FA5D9B8-3EF0-479D-94E0-40BC278DDABD}" dt="2026-08-31T16:26:05.849" v="3091" actId="20577"/>
          <ac:spMkLst>
            <pc:docMk/>
            <pc:sldMk cId="0" sldId="269"/>
            <ac:spMk id="4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6:25:41.112" v="3071" actId="1076"/>
          <ac:spMkLst>
            <pc:docMk/>
            <pc:sldMk cId="0" sldId="269"/>
            <ac:spMk id="5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6:26:45.533" v="3109" actId="20577"/>
          <ac:spMkLst>
            <pc:docMk/>
            <pc:sldMk cId="0" sldId="269"/>
            <ac:spMk id="6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6:25:40.602" v="3069" actId="1076"/>
          <ac:spMkLst>
            <pc:docMk/>
            <pc:sldMk cId="0" sldId="269"/>
            <ac:spMk id="7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6:25:40.138" v="3068" actId="1076"/>
          <ac:spMkLst>
            <pc:docMk/>
            <pc:sldMk cId="0" sldId="269"/>
            <ac:spMk id="8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6:25:39.825" v="3067" actId="1076"/>
          <ac:spMkLst>
            <pc:docMk/>
            <pc:sldMk cId="0" sldId="269"/>
            <ac:spMk id="9" creationId="{00000000-0000-0000-0000-000000000000}"/>
          </ac:spMkLst>
        </pc:spChg>
        <pc:spChg chg="mod">
          <ac:chgData name="ximena campos" userId="3ba7cc1a2fb0d3fc" providerId="LiveId" clId="{7FA5D9B8-3EF0-479D-94E0-40BC278DDABD}" dt="2026-08-31T16:25:39.506" v="3066" actId="1076"/>
          <ac:spMkLst>
            <pc:docMk/>
            <pc:sldMk cId="0" sldId="269"/>
            <ac:spMk id="10" creationId="{00000000-0000-0000-0000-000000000000}"/>
          </ac:spMkLst>
        </pc:spChg>
        <pc:spChg chg="add del mod">
          <ac:chgData name="ximena campos" userId="3ba7cc1a2fb0d3fc" providerId="LiveId" clId="{7FA5D9B8-3EF0-479D-94E0-40BC278DDABD}" dt="2026-08-31T16:25:38.901" v="3065" actId="22"/>
          <ac:spMkLst>
            <pc:docMk/>
            <pc:sldMk cId="0" sldId="269"/>
            <ac:spMk id="13" creationId="{AFA040A2-4CEA-EF85-64C1-25F87DDB7803}"/>
          </ac:spMkLst>
        </pc:spChg>
        <pc:spChg chg="add del mod">
          <ac:chgData name="ximena campos" userId="3ba7cc1a2fb0d3fc" providerId="LiveId" clId="{7FA5D9B8-3EF0-479D-94E0-40BC278DDABD}" dt="2026-08-31T16:25:36.326" v="3060" actId="22"/>
          <ac:spMkLst>
            <pc:docMk/>
            <pc:sldMk cId="0" sldId="269"/>
            <ac:spMk id="15" creationId="{0849BFB2-0BD8-901F-5B96-EEA9DAB7D947}"/>
          </ac:spMkLst>
        </pc:spChg>
        <pc:spChg chg="add mod">
          <ac:chgData name="ximena campos" userId="3ba7cc1a2fb0d3fc" providerId="LiveId" clId="{7FA5D9B8-3EF0-479D-94E0-40BC278DDABD}" dt="2026-08-31T16:28:38.030" v="3185" actId="1076"/>
          <ac:spMkLst>
            <pc:docMk/>
            <pc:sldMk cId="0" sldId="269"/>
            <ac:spMk id="17" creationId="{503E0550-7CAA-AE29-4319-F38713859469}"/>
          </ac:spMkLst>
        </pc:spChg>
      </pc:sldChg>
      <pc:sldChg chg="addSp modSp new mod">
        <pc:chgData name="ximena campos" userId="3ba7cc1a2fb0d3fc" providerId="LiveId" clId="{7FA5D9B8-3EF0-479D-94E0-40BC278DDABD}" dt="2026-08-31T16:28:44.472" v="3186" actId="22"/>
        <pc:sldMkLst>
          <pc:docMk/>
          <pc:sldMk cId="2299710147" sldId="270"/>
        </pc:sldMkLst>
        <pc:spChg chg="add mod">
          <ac:chgData name="ximena campos" userId="3ba7cc1a2fb0d3fc" providerId="LiveId" clId="{7FA5D9B8-3EF0-479D-94E0-40BC278DDABD}" dt="2026-08-31T16:28:16.845" v="3183" actId="14100"/>
          <ac:spMkLst>
            <pc:docMk/>
            <pc:sldMk cId="2299710147" sldId="270"/>
            <ac:spMk id="3" creationId="{FC52BAB7-2658-AC9B-2659-A71F1568DE62}"/>
          </ac:spMkLst>
        </pc:spChg>
        <pc:spChg chg="add">
          <ac:chgData name="ximena campos" userId="3ba7cc1a2fb0d3fc" providerId="LiveId" clId="{7FA5D9B8-3EF0-479D-94E0-40BC278DDABD}" dt="2026-08-31T16:28:44.472" v="3186" actId="22"/>
          <ac:spMkLst>
            <pc:docMk/>
            <pc:sldMk cId="2299710147" sldId="270"/>
            <ac:spMk id="5" creationId="{CF4069A1-4C19-0F1C-8832-7F5FE9E0FCEF}"/>
          </ac:spMkLst>
        </pc:spChg>
      </pc:sldChg>
      <pc:sldChg chg="new del">
        <pc:chgData name="ximena campos" userId="3ba7cc1a2fb0d3fc" providerId="LiveId" clId="{7FA5D9B8-3EF0-479D-94E0-40BC278DDABD}" dt="2026-08-31T16:43:16.696" v="3366" actId="2696"/>
        <pc:sldMkLst>
          <pc:docMk/>
          <pc:sldMk cId="1394306865" sldId="271"/>
        </pc:sldMkLst>
      </pc:sldChg>
      <pc:sldChg chg="new del ord">
        <pc:chgData name="ximena campos" userId="3ba7cc1a2fb0d3fc" providerId="LiveId" clId="{7FA5D9B8-3EF0-479D-94E0-40BC278DDABD}" dt="2026-08-31T16:41:56.950" v="3355" actId="680"/>
        <pc:sldMkLst>
          <pc:docMk/>
          <pc:sldMk cId="1705142225" sldId="271"/>
        </pc:sldMkLst>
      </pc:sldChg>
      <pc:sldChg chg="new add del">
        <pc:chgData name="ximena campos" userId="3ba7cc1a2fb0d3fc" providerId="LiveId" clId="{7FA5D9B8-3EF0-479D-94E0-40BC278DDABD}" dt="2026-08-31T16:42:21.642" v="3361" actId="680"/>
        <pc:sldMkLst>
          <pc:docMk/>
          <pc:sldMk cId="3114355105" sldId="271"/>
        </pc:sldMkLst>
      </pc:sldChg>
      <pc:sldChg chg="add del setBg">
        <pc:chgData name="ximena campos" userId="3ba7cc1a2fb0d3fc" providerId="LiveId" clId="{7FA5D9B8-3EF0-479D-94E0-40BC278DDABD}" dt="2026-08-31T16:43:11.601" v="3365"/>
        <pc:sldMkLst>
          <pc:docMk/>
          <pc:sldMk cId="0" sldId="272"/>
        </pc:sldMkLst>
      </pc:sldChg>
      <pc:sldChg chg="add del">
        <pc:chgData name="ximena campos" userId="3ba7cc1a2fb0d3fc" providerId="LiveId" clId="{7FA5D9B8-3EF0-479D-94E0-40BC278DDABD}" dt="2026-08-31T16:42:49.261" v="3364" actId="2696"/>
        <pc:sldMkLst>
          <pc:docMk/>
          <pc:sldMk cId="3441924736" sldId="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1478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D0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8E3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Relationship Id="rId9" Type="http://schemas.openxmlformats.org/officeDocument/2006/relationships/image" Target="../media/image26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187077"/>
            <a:ext cx="4120154" cy="287139"/>
          </a:xfrm>
          <a:prstGeom prst="roundRect">
            <a:avLst>
              <a:gd name="adj" fmla="val 7899"/>
            </a:avLst>
          </a:prstGeom>
          <a:solidFill>
            <a:srgbClr val="E7E7E4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661475" y="620990"/>
            <a:ext cx="450293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DUOC UC · ESCUELA DE INFORMÁTICA Y TELECOMUNICACIONES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4" y="166486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4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OVEROL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61475" y="2818926"/>
            <a:ext cx="11216200" cy="17158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PLATAFORMA DIGITAL PARA CONECTAR</a:t>
            </a:r>
            <a:br>
              <a:rPr lang="en-US" sz="3200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</a:br>
            <a:r>
              <a:rPr lang="en-US" sz="3200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HOGARES CON PROFESIONALES DE 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OFICIOS VERIFICADOS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92540" y="4421863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Proyecto APT -Capstone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61475" y="4756181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55575A">
              <a:alpha val="50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760424" y="4877973"/>
            <a:ext cx="10868745" cy="1744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100" b="1" dirty="0">
                <a:solidFill>
                  <a:srgbClr val="55575A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Integrante:       Ximena Campos </a:t>
            </a:r>
            <a:br>
              <a:rPr lang="en-US" sz="1100" b="1" dirty="0">
                <a:solidFill>
                  <a:srgbClr val="55575A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</a:br>
            <a:r>
              <a:rPr lang="en-US" sz="1100" b="1" dirty="0">
                <a:solidFill>
                  <a:srgbClr val="55575A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Benjamín Osses </a:t>
            </a:r>
            <a:br>
              <a:rPr lang="en-US" sz="1100" b="1" dirty="0">
                <a:solidFill>
                  <a:srgbClr val="55575A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</a:br>
            <a:r>
              <a:rPr lang="en-US" sz="1100" b="1" dirty="0">
                <a:solidFill>
                  <a:srgbClr val="55575A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Nefi Apablaza </a:t>
            </a:r>
            <a:br>
              <a:rPr lang="en-US" sz="1100" b="1" dirty="0">
                <a:solidFill>
                  <a:srgbClr val="55575A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</a:br>
            <a:r>
              <a:rPr lang="en-US" sz="1100" b="1" dirty="0">
                <a:solidFill>
                  <a:srgbClr val="55575A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Docente guía:           Felipe Krauss</a:t>
            </a:r>
            <a:br>
              <a:rPr lang="en-US" sz="1100" b="1" dirty="0">
                <a:solidFill>
                  <a:srgbClr val="55575A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</a:br>
            <a:r>
              <a:rPr lang="en-US" sz="1100" b="1" dirty="0">
                <a:solidFill>
                  <a:srgbClr val="55575A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Revisión:</a:t>
            </a:r>
            <a:r>
              <a:rPr lang="en-US" sz="1100" dirty="0">
                <a:solidFill>
                  <a:srgbClr val="55575A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001  ·  </a:t>
            </a:r>
            <a:r>
              <a:rPr lang="en-US" sz="1100" b="1" dirty="0">
                <a:solidFill>
                  <a:srgbClr val="55575A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Fecha:</a:t>
            </a:r>
            <a:r>
              <a:rPr lang="en-US" sz="1100" dirty="0">
                <a:solidFill>
                  <a:srgbClr val="55575A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20/08/2026  ·  </a:t>
            </a:r>
            <a:r>
              <a:rPr lang="en-US" sz="1100" b="1" dirty="0">
                <a:solidFill>
                  <a:srgbClr val="55575A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Equipo:</a:t>
            </a:r>
            <a:r>
              <a:rPr lang="en-US" sz="1100" dirty="0">
                <a:solidFill>
                  <a:srgbClr val="55575A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NXBe</a:t>
            </a:r>
            <a:b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</a:br>
            <a:b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</a:br>
            <a:endParaRPr lang="en-US" sz="14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E4A89D-24CA-D10D-1051-D8109D8003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066804" y="6563170"/>
            <a:ext cx="1125196" cy="302419"/>
          </a:xfrm>
          <a:prstGeom prst="rect">
            <a:avLst/>
          </a:prstGeom>
          <a:solidFill>
            <a:srgbClr val="E8E8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603276"/>
            <a:ext cx="1577638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1E1E1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774879" y="1659930"/>
            <a:ext cx="196041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1E1E1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EQUIPO DE PROYECTO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96602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EQUIPO NXBE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84013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Tres perfiles técnicos complementarios que integran gestión, desarrollo front-end y back-end en un entorno de desarrollo real.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3355181"/>
            <a:ext cx="3496877" cy="1384399"/>
          </a:xfrm>
          <a:prstGeom prst="roundRect">
            <a:avLst>
              <a:gd name="adj" fmla="val 2048"/>
            </a:avLst>
          </a:prstGeom>
          <a:solidFill>
            <a:srgbClr val="C8CAC1">
              <a:alpha val="50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850482" y="3544193"/>
            <a:ext cx="311886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XIMENA CAMPOS GARCÍA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50482" y="4248150"/>
            <a:ext cx="311886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Product Owner / Analista de Requisitos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47359" y="3355181"/>
            <a:ext cx="3496877" cy="1384399"/>
          </a:xfrm>
          <a:prstGeom prst="roundRect">
            <a:avLst>
              <a:gd name="adj" fmla="val 2048"/>
            </a:avLst>
          </a:prstGeom>
          <a:solidFill>
            <a:srgbClr val="C8CAC1">
              <a:alpha val="50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4536366" y="3544193"/>
            <a:ext cx="311886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BENJAMÍN OSSES VENEGAS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4536366" y="4248150"/>
            <a:ext cx="311886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Desarrollador Front-end / UX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033244" y="3355181"/>
            <a:ext cx="3496877" cy="1384399"/>
          </a:xfrm>
          <a:prstGeom prst="roundRect">
            <a:avLst>
              <a:gd name="adj" fmla="val 2048"/>
            </a:avLst>
          </a:prstGeom>
          <a:solidFill>
            <a:srgbClr val="C8CAC1">
              <a:alpha val="50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8222251" y="3544193"/>
            <a:ext cx="311886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NEFI APABLAZA OLIVARES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222251" y="4248150"/>
            <a:ext cx="311886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Desarrollador Back-end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1475" y="4952206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Profesor Guía:</a:t>
            </a: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Felipe Krauss</a:t>
            </a:r>
            <a:endParaRPr lang="en-US" sz="14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37344C5-9560-1906-E1F2-1A3FE3A75C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09532" y="6597590"/>
            <a:ext cx="1082468" cy="260410"/>
          </a:xfrm>
          <a:prstGeom prst="rect">
            <a:avLst/>
          </a:prstGeom>
          <a:solidFill>
            <a:srgbClr val="E8E8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35599" y="74618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s-CL" sz="40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CONTEXTO Y PROBLEMÁTICA</a:t>
            </a:r>
            <a:endParaRPr lang="en-US" sz="3700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35598" y="2028650"/>
            <a:ext cx="10868745" cy="4324658"/>
          </a:xfrm>
          <a:prstGeom prst="roundRect">
            <a:avLst>
              <a:gd name="adj" fmla="val 970"/>
            </a:avLst>
          </a:prstGeom>
          <a:solidFill>
            <a:srgbClr val="15161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714357" y="2383038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EL PROBLEMA QUE RESUELVE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714357" y="2860911"/>
            <a:ext cx="991366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s-CL" sz="1600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En Santiago, muchos trabajadores independientes de oficio encuentran clientes mediante recomendaciones, redes sociales, avisos informales o intermediarios.</a:t>
            </a:r>
            <a:endParaRPr lang="en-US" sz="1450" dirty="0">
              <a:solidFill>
                <a:schemeClr val="bg1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14357" y="3797998"/>
            <a:ext cx="10048581" cy="2198068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 lnSpcReduction="10000"/>
          </a:bodyPr>
          <a:lstStyle/>
          <a:p>
            <a:r>
              <a:rPr lang="es-CL" sz="1600" b="1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Para el cliente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sz="1600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Dificultad para encontrar profesionales confiables.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sz="1600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Poca información sobre experiencia y reputación.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sz="1600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Incertidumbre al momento de contratar. </a:t>
            </a:r>
          </a:p>
          <a:p>
            <a:pPr lvl="0"/>
            <a:r>
              <a:rPr lang="es-CL" sz="1600" b="1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Para el profesional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sz="1600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Dependencia de canales informales.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sz="1600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Menor visibilidad para conseguir clientes.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sz="1600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Comisiones de intermediarios que reducen sus ingresos.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CL" sz="1600" dirty="0">
                <a:solidFill>
                  <a:schemeClr val="bg1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Falta de herramientas para fortalecer su actividad profesional</a:t>
            </a:r>
            <a:r>
              <a:rPr lang="es-CL" sz="16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74AA1A-39AC-73D5-B920-6D3F81138227}"/>
              </a:ext>
            </a:extLst>
          </p:cNvPr>
          <p:cNvSpPr/>
          <p:nvPr/>
        </p:nvSpPr>
        <p:spPr>
          <a:xfrm>
            <a:off x="11066804" y="6563170"/>
            <a:ext cx="1125196" cy="302419"/>
          </a:xfrm>
          <a:prstGeom prst="rect">
            <a:avLst/>
          </a:prstGeom>
          <a:solidFill>
            <a:srgbClr val="E8E8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4">
            <a:extLst>
              <a:ext uri="{FF2B5EF4-FFF2-40B4-BE49-F238E27FC236}">
                <a16:creationId xmlns:a16="http://schemas.microsoft.com/office/drawing/2014/main" id="{67D3F6AB-542C-026E-0A33-C66BD645B976}"/>
              </a:ext>
            </a:extLst>
          </p:cNvPr>
          <p:cNvSpPr/>
          <p:nvPr/>
        </p:nvSpPr>
        <p:spPr>
          <a:xfrm>
            <a:off x="4029813" y="4932911"/>
            <a:ext cx="3282295" cy="1737622"/>
          </a:xfrm>
          <a:prstGeom prst="roundRect">
            <a:avLst>
              <a:gd name="adj" fmla="val 2048"/>
            </a:avLst>
          </a:prstGeom>
          <a:solidFill>
            <a:srgbClr val="C8CAC1">
              <a:alpha val="50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6" name="Shape 4">
            <a:extLst>
              <a:ext uri="{FF2B5EF4-FFF2-40B4-BE49-F238E27FC236}">
                <a16:creationId xmlns:a16="http://schemas.microsoft.com/office/drawing/2014/main" id="{2E4D6101-8569-E654-94AC-22F43376292C}"/>
              </a:ext>
            </a:extLst>
          </p:cNvPr>
          <p:cNvSpPr/>
          <p:nvPr/>
        </p:nvSpPr>
        <p:spPr>
          <a:xfrm>
            <a:off x="4029813" y="3024184"/>
            <a:ext cx="3282295" cy="1737622"/>
          </a:xfrm>
          <a:prstGeom prst="roundRect">
            <a:avLst>
              <a:gd name="adj" fmla="val 2048"/>
            </a:avLst>
          </a:prstGeom>
          <a:solidFill>
            <a:srgbClr val="C8CAC1">
              <a:alpha val="50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4" name="Shape 4">
            <a:extLst>
              <a:ext uri="{FF2B5EF4-FFF2-40B4-BE49-F238E27FC236}">
                <a16:creationId xmlns:a16="http://schemas.microsoft.com/office/drawing/2014/main" id="{C049F023-FD9C-2859-B8DD-FB0E4806B793}"/>
              </a:ext>
            </a:extLst>
          </p:cNvPr>
          <p:cNvSpPr/>
          <p:nvPr/>
        </p:nvSpPr>
        <p:spPr>
          <a:xfrm>
            <a:off x="625924" y="4948187"/>
            <a:ext cx="3282295" cy="1737622"/>
          </a:xfrm>
          <a:prstGeom prst="roundRect">
            <a:avLst>
              <a:gd name="adj" fmla="val 2048"/>
            </a:avLst>
          </a:prstGeom>
          <a:solidFill>
            <a:srgbClr val="C8CAC1">
              <a:alpha val="50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" name="Text 2"/>
          <p:cNvSpPr/>
          <p:nvPr/>
        </p:nvSpPr>
        <p:spPr>
          <a:xfrm>
            <a:off x="616983" y="89105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s-CL" sz="40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¿QUÉ ES OVEROL?</a:t>
            </a:r>
            <a:endParaRPr lang="en-US" sz="3700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16982" y="1635009"/>
            <a:ext cx="10868745" cy="1294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s-CL" sz="16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Una plataforma digital que conecta directamente hogares con profesionales de oficio calificados y verificados.</a:t>
            </a:r>
            <a:br>
              <a:rPr lang="es-CL" sz="16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</a:br>
            <a:r>
              <a:rPr lang="es-CL" sz="16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Overol busca facilitar la contratación de servicios para el hogar, entregando mayor confianza al cliente y mayor visibilidad </a:t>
            </a:r>
            <a:br>
              <a:rPr lang="es-CL" sz="16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</a:br>
            <a:r>
              <a:rPr lang="es-CL" sz="16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al trabajador independiente.</a:t>
            </a:r>
            <a:endParaRPr lang="en-US" sz="1450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27440" y="2997956"/>
            <a:ext cx="3282295" cy="1737622"/>
          </a:xfrm>
          <a:prstGeom prst="roundRect">
            <a:avLst>
              <a:gd name="adj" fmla="val 2048"/>
            </a:avLst>
          </a:prstGeom>
          <a:solidFill>
            <a:srgbClr val="C8CAC1">
              <a:alpha val="50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868005" y="3270673"/>
            <a:ext cx="311886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Cliente 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76384" y="3716426"/>
            <a:ext cx="311886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s-CL" sz="16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Busca una solución para su hogar</a:t>
            </a:r>
            <a:endParaRPr lang="en-US" sz="1450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93423" y="5121200"/>
            <a:ext cx="311886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Overol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50378" y="5525203"/>
            <a:ext cx="3118863" cy="75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s-CL" sz="16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Identifica la necesidad y conecta </a:t>
            </a:r>
            <a:br>
              <a:rPr lang="es-CL" sz="16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</a:br>
            <a:r>
              <a:rPr lang="es-CL" sz="16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con profesionales según especialidad</a:t>
            </a:r>
            <a:br>
              <a:rPr lang="es-CL" sz="16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</a:br>
            <a:r>
              <a:rPr lang="es-CL" sz="16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 y ubicación</a:t>
            </a:r>
            <a:endParaRPr lang="en-US" sz="1450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373689" y="3194261"/>
            <a:ext cx="311886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s-CL" sz="2400" b="1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Profesional</a:t>
            </a:r>
            <a:endParaRPr lang="en-US" sz="2400" b="1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270196" y="3736164"/>
            <a:ext cx="3118863" cy="792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s-CL" sz="16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Recibe solicitudes, muestra su </a:t>
            </a:r>
            <a:br>
              <a:rPr lang="es-CL" sz="16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</a:br>
            <a:r>
              <a:rPr lang="es-CL" sz="16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experiencia y gestiona su atención</a:t>
            </a:r>
            <a:endParaRPr lang="en-US" sz="1450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67D96F0-204E-D5C7-0333-514971D30B72}"/>
              </a:ext>
            </a:extLst>
          </p:cNvPr>
          <p:cNvSpPr/>
          <p:nvPr/>
        </p:nvSpPr>
        <p:spPr>
          <a:xfrm>
            <a:off x="11066804" y="6563170"/>
            <a:ext cx="1125196" cy="302419"/>
          </a:xfrm>
          <a:prstGeom prst="rect">
            <a:avLst/>
          </a:prstGeom>
          <a:solidFill>
            <a:srgbClr val="E8E8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4083F884-AFD7-E5A9-6024-B799C7F7BA81}"/>
              </a:ext>
            </a:extLst>
          </p:cNvPr>
          <p:cNvSpPr/>
          <p:nvPr/>
        </p:nvSpPr>
        <p:spPr>
          <a:xfrm>
            <a:off x="661475" y="586879"/>
            <a:ext cx="199226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1E1E1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VISIÓN DEL PROYECTO</a:t>
            </a:r>
            <a:endParaRPr lang="en-US" sz="1150" dirty="0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62E74061-847F-76AA-0E04-58D3E51A4DA8}"/>
              </a:ext>
            </a:extLst>
          </p:cNvPr>
          <p:cNvSpPr/>
          <p:nvPr/>
        </p:nvSpPr>
        <p:spPr>
          <a:xfrm>
            <a:off x="910950" y="5583398"/>
            <a:ext cx="311886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endParaRPr lang="en-US" sz="1850" dirty="0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1FFECD76-AE14-4F6A-9873-3A4BD3F95886}"/>
              </a:ext>
            </a:extLst>
          </p:cNvPr>
          <p:cNvSpPr/>
          <p:nvPr/>
        </p:nvSpPr>
        <p:spPr>
          <a:xfrm>
            <a:off x="4380286" y="5022193"/>
            <a:ext cx="311886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s-CL" sz="2000" b="1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Evaluación</a:t>
            </a:r>
            <a:endParaRPr lang="en-US" sz="1850" b="1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CCBE6093-BF28-B29F-7D41-20D99EBCC262}"/>
              </a:ext>
            </a:extLst>
          </p:cNvPr>
          <p:cNvSpPr/>
          <p:nvPr/>
        </p:nvSpPr>
        <p:spPr>
          <a:xfrm>
            <a:off x="4314837" y="5508137"/>
            <a:ext cx="3118863" cy="75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s-CL" sz="16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El cliente califica el servicio y </a:t>
            </a:r>
            <a:br>
              <a:rPr lang="es-CL" sz="16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</a:br>
            <a:r>
              <a:rPr lang="es-CL" sz="16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contribuye a la reputación del </a:t>
            </a:r>
            <a:br>
              <a:rPr lang="es-CL" sz="16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</a:br>
            <a:r>
              <a:rPr lang="es-CL" sz="16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profesional</a:t>
            </a:r>
            <a:endParaRPr lang="en-US" sz="1450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8" name="Shape 3">
            <a:extLst>
              <a:ext uri="{FF2B5EF4-FFF2-40B4-BE49-F238E27FC236}">
                <a16:creationId xmlns:a16="http://schemas.microsoft.com/office/drawing/2014/main" id="{19617302-4863-627D-78FF-DD3416D950C4}"/>
              </a:ext>
            </a:extLst>
          </p:cNvPr>
          <p:cNvSpPr/>
          <p:nvPr/>
        </p:nvSpPr>
        <p:spPr>
          <a:xfrm>
            <a:off x="7739532" y="3024184"/>
            <a:ext cx="3970908" cy="3690195"/>
          </a:xfrm>
          <a:prstGeom prst="roundRect">
            <a:avLst>
              <a:gd name="adj" fmla="val 970"/>
            </a:avLst>
          </a:prstGeom>
          <a:solidFill>
            <a:srgbClr val="151617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901B482A-0B84-DFAB-2925-62D76ADB31B4}"/>
              </a:ext>
            </a:extLst>
          </p:cNvPr>
          <p:cNvSpPr/>
          <p:nvPr/>
        </p:nvSpPr>
        <p:spPr>
          <a:xfrm>
            <a:off x="8031786" y="3797206"/>
            <a:ext cx="3496877" cy="2590160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 fontScale="92500" lnSpcReduction="10000"/>
          </a:bodyPr>
          <a:lstStyle/>
          <a:p>
            <a:pPr algn="l">
              <a:lnSpc>
                <a:spcPct val="133000"/>
              </a:lnSpc>
              <a:buSzPct val="100000"/>
            </a:pPr>
            <a:r>
              <a:rPr lang="en-US" sz="1450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Para el cliente</a:t>
            </a:r>
          </a:p>
          <a:p>
            <a:pPr marL="294640" indent="-294640">
              <a:lnSpc>
                <a:spcPct val="133000"/>
              </a:lnSpc>
              <a:buSzPct val="100000"/>
              <a:buFontTx/>
              <a:buChar char="•"/>
            </a:pPr>
            <a:r>
              <a:rPr lang="en-US" sz="1450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Acceso </a:t>
            </a:r>
            <a:r>
              <a:rPr lang="en-US" sz="1450" b="1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100% gratuito.</a:t>
            </a:r>
            <a:endParaRPr lang="en-US" sz="1450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Profesionales verificados.</a:t>
            </a: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Información de experiencia  y reputación.</a:t>
            </a:r>
          </a:p>
          <a:p>
            <a:pPr algn="l">
              <a:lnSpc>
                <a:spcPct val="133000"/>
              </a:lnSpc>
              <a:buSzPct val="100000"/>
            </a:pPr>
            <a:endParaRPr lang="en-US" sz="1450" dirty="0">
              <a:solidFill>
                <a:srgbClr val="FFFFFF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algn="l">
              <a:lnSpc>
                <a:spcPct val="133000"/>
              </a:lnSpc>
              <a:buSzPct val="100000"/>
            </a:pPr>
            <a:r>
              <a:rPr lang="en-US" sz="1450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Para el professional </a:t>
            </a: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Mayor visibilidad.</a:t>
            </a:r>
            <a:endParaRPr lang="en-US" sz="1450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Conexión directa con clients.</a:t>
            </a:r>
            <a:endParaRPr lang="en-US" sz="1450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Capacitación en formalización tributaria y seguridad laboral</a:t>
            </a:r>
            <a:endParaRPr lang="en-US" sz="1450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32" name="Text 4">
            <a:extLst>
              <a:ext uri="{FF2B5EF4-FFF2-40B4-BE49-F238E27FC236}">
                <a16:creationId xmlns:a16="http://schemas.microsoft.com/office/drawing/2014/main" id="{BEAA5392-99A6-1703-76C7-09D9AF1C7615}"/>
              </a:ext>
            </a:extLst>
          </p:cNvPr>
          <p:cNvSpPr/>
          <p:nvPr/>
        </p:nvSpPr>
        <p:spPr>
          <a:xfrm>
            <a:off x="8496067" y="3133725"/>
            <a:ext cx="369593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Hubot Sans Bold" pitchFamily="34" charset="0"/>
              </a:rPr>
              <a:t>Valor Diferencial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4">
            <a:extLst>
              <a:ext uri="{FF2B5EF4-FFF2-40B4-BE49-F238E27FC236}">
                <a16:creationId xmlns:a16="http://schemas.microsoft.com/office/drawing/2014/main" id="{53315B68-8DEB-0081-B5A8-2155E95F9921}"/>
              </a:ext>
            </a:extLst>
          </p:cNvPr>
          <p:cNvSpPr/>
          <p:nvPr/>
        </p:nvSpPr>
        <p:spPr>
          <a:xfrm>
            <a:off x="3669220" y="3176385"/>
            <a:ext cx="7555507" cy="3614795"/>
          </a:xfrm>
          <a:prstGeom prst="roundRect">
            <a:avLst>
              <a:gd name="adj" fmla="val 2048"/>
            </a:avLst>
          </a:prstGeom>
          <a:solidFill>
            <a:srgbClr val="C8CAC1">
              <a:alpha val="50000"/>
            </a:srgbClr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" name="Shape 0"/>
          <p:cNvSpPr/>
          <p:nvPr/>
        </p:nvSpPr>
        <p:spPr>
          <a:xfrm>
            <a:off x="661475" y="566043"/>
            <a:ext cx="2029866" cy="272752"/>
          </a:xfrm>
          <a:prstGeom prst="roundRect">
            <a:avLst>
              <a:gd name="adj" fmla="val 7900"/>
            </a:avLst>
          </a:prstGeom>
          <a:noFill/>
          <a:ln w="6350">
            <a:solidFill>
              <a:srgbClr val="1E1E1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769125" y="619820"/>
            <a:ext cx="2424151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1E1E1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ESTRUCTURA DEL DOCUMENTO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906959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C0D0F"/>
                </a:solidFill>
                <a:latin typeface="Hubot Sans Bold" pitchFamily="34" charset="0"/>
              </a:rPr>
              <a:t>OBJETIVOS DEL PROYECTO 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 flipV="1">
            <a:off x="661475" y="1512548"/>
            <a:ext cx="10868745" cy="57885"/>
          </a:xfrm>
          <a:prstGeom prst="rect">
            <a:avLst/>
          </a:prstGeom>
          <a:solidFill>
            <a:srgbClr val="C8CAC1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661475" y="1786470"/>
            <a:ext cx="4225318" cy="918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55575A"/>
                </a:solidFill>
                <a:latin typeface="Hubot Sans Bold" pitchFamily="34" charset="0"/>
              </a:rPr>
              <a:t>Objetivo General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661475" y="2288265"/>
            <a:ext cx="10868745" cy="103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s-CL" sz="14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Desarrollar una plataforma web responsiva que conecte directamente a usuarios del hogar con profesionales de oficios calificados, integrando verificación de identidad, geolocalización, reputación y un asistente conversacional con inteligencia artificial, para reducir la intermediación y contribuir a la formalización del trabajo independiente</a:t>
            </a:r>
            <a:r>
              <a:rPr lang="es-CL" sz="1400" dirty="0"/>
              <a:t>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1476" y="4258805"/>
            <a:ext cx="2277668" cy="39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s-CL" sz="16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Objetivos específicos</a:t>
            </a:r>
            <a:endParaRPr lang="en-US" sz="1750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886793" y="4068591"/>
            <a:ext cx="5936105" cy="397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r>
              <a:rPr lang="es-CL" sz="1400" b="1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Diseñar: </a:t>
            </a:r>
            <a:r>
              <a:rPr lang="es-CL" sz="14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Diseñar la arquitectura de software, incluyendo frontend, backend y base de datos.</a:t>
            </a:r>
            <a:endParaRPr lang="en-US" sz="1400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6A33536-C34E-B618-C518-705858583E8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109532" y="6597590"/>
            <a:ext cx="1082468" cy="260410"/>
          </a:xfrm>
          <a:prstGeom prst="rect">
            <a:avLst/>
          </a:prstGeom>
          <a:solidFill>
            <a:srgbClr val="E8E8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9" name="Text 15">
            <a:extLst>
              <a:ext uri="{FF2B5EF4-FFF2-40B4-BE49-F238E27FC236}">
                <a16:creationId xmlns:a16="http://schemas.microsoft.com/office/drawing/2014/main" id="{F11B6304-EE07-3949-E250-F8911879B092}"/>
              </a:ext>
            </a:extLst>
          </p:cNvPr>
          <p:cNvSpPr/>
          <p:nvPr/>
        </p:nvSpPr>
        <p:spPr>
          <a:xfrm>
            <a:off x="4156138" y="5622728"/>
            <a:ext cx="359064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05</a:t>
            </a:r>
            <a:endParaRPr lang="en-US" sz="1400" dirty="0"/>
          </a:p>
        </p:txBody>
      </p:sp>
      <p:sp>
        <p:nvSpPr>
          <p:cNvPr id="47" name="Text 19">
            <a:extLst>
              <a:ext uri="{FF2B5EF4-FFF2-40B4-BE49-F238E27FC236}">
                <a16:creationId xmlns:a16="http://schemas.microsoft.com/office/drawing/2014/main" id="{61572BCC-286D-ED4A-B353-2FB02DD97181}"/>
              </a:ext>
            </a:extLst>
          </p:cNvPr>
          <p:cNvSpPr/>
          <p:nvPr/>
        </p:nvSpPr>
        <p:spPr>
          <a:xfrm>
            <a:off x="4156138" y="6211078"/>
            <a:ext cx="359064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06</a:t>
            </a:r>
            <a:endParaRPr lang="en-US" sz="14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440995CF-8668-C3E2-D853-D10492B84AE8}"/>
              </a:ext>
            </a:extLst>
          </p:cNvPr>
          <p:cNvSpPr/>
          <p:nvPr/>
        </p:nvSpPr>
        <p:spPr>
          <a:xfrm>
            <a:off x="4156138" y="3585231"/>
            <a:ext cx="359064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01</a:t>
            </a:r>
            <a:endParaRPr lang="en-US" sz="1400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49A6B360-3266-C26C-167E-B0252A5F9D00}"/>
              </a:ext>
            </a:extLst>
          </p:cNvPr>
          <p:cNvSpPr/>
          <p:nvPr/>
        </p:nvSpPr>
        <p:spPr>
          <a:xfrm>
            <a:off x="4156138" y="4123169"/>
            <a:ext cx="359064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02</a:t>
            </a:r>
            <a:endParaRPr lang="en-US" sz="1400" dirty="0"/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7428BA49-9C2A-2387-CFD9-6C713DDC4803}"/>
              </a:ext>
            </a:extLst>
          </p:cNvPr>
          <p:cNvSpPr/>
          <p:nvPr/>
        </p:nvSpPr>
        <p:spPr>
          <a:xfrm>
            <a:off x="4886792" y="4586613"/>
            <a:ext cx="5936105" cy="397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r>
              <a:rPr lang="es-CL" sz="1400" b="1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Implementar: </a:t>
            </a:r>
            <a:r>
              <a:rPr lang="es-CL" sz="14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Desarrollar las funcionalidades principales de la plataforma: registro, búsqueda, perfiles, geolocalización, reputación e IA.</a:t>
            </a:r>
            <a:endParaRPr lang="en-US" sz="1400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6863085D-D3EE-C3A0-6F6B-9A74FC40BACC}"/>
              </a:ext>
            </a:extLst>
          </p:cNvPr>
          <p:cNvSpPr/>
          <p:nvPr/>
        </p:nvSpPr>
        <p:spPr>
          <a:xfrm>
            <a:off x="4886791" y="5146867"/>
            <a:ext cx="5936105" cy="397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s-CL" sz="1400" b="1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Integrar: </a:t>
            </a:r>
            <a:r>
              <a:rPr lang="es-CL" sz="14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Incorporar servicios externos de geolocalización, identidad y pagos</a:t>
            </a:r>
            <a:r>
              <a:rPr lang="es-CL" sz="1400" dirty="0"/>
              <a:t>.</a:t>
            </a:r>
            <a:endParaRPr lang="en-US" sz="1400" dirty="0"/>
          </a:p>
        </p:txBody>
      </p:sp>
      <p:sp>
        <p:nvSpPr>
          <p:cNvPr id="40" name="Text 10">
            <a:extLst>
              <a:ext uri="{FF2B5EF4-FFF2-40B4-BE49-F238E27FC236}">
                <a16:creationId xmlns:a16="http://schemas.microsoft.com/office/drawing/2014/main" id="{C534F61F-7FCE-A901-CD73-0CBC0E086714}"/>
              </a:ext>
            </a:extLst>
          </p:cNvPr>
          <p:cNvSpPr/>
          <p:nvPr/>
        </p:nvSpPr>
        <p:spPr>
          <a:xfrm>
            <a:off x="4886790" y="5536360"/>
            <a:ext cx="5936105" cy="397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r>
              <a:rPr lang="es-CL" sz="1400" b="1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Validar: </a:t>
            </a:r>
            <a:r>
              <a:rPr lang="es-CL" sz="14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Verificar el funcionamiento de las funcionalidades mediante pruebas y criterios de aceptación</a:t>
            </a:r>
            <a:r>
              <a:rPr lang="en-US" sz="1400" dirty="0">
                <a:solidFill>
                  <a:srgbClr val="55575A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.</a:t>
            </a:r>
            <a:endParaRPr lang="en-US" sz="1400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E32763EA-2FDB-0696-566D-5D15F1C7F370}"/>
              </a:ext>
            </a:extLst>
          </p:cNvPr>
          <p:cNvSpPr/>
          <p:nvPr/>
        </p:nvSpPr>
        <p:spPr>
          <a:xfrm>
            <a:off x="4886793" y="6124710"/>
            <a:ext cx="5936105" cy="397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r>
              <a:rPr lang="es-CL" sz="1400" b="1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Gestionar: </a:t>
            </a:r>
            <a:r>
              <a:rPr lang="es-CL" sz="14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Aplicar una metodología ágil para planificar, priorizar y controlar el desarrollo incremental del proyecto</a:t>
            </a:r>
            <a:r>
              <a:rPr lang="es-CL" sz="1400" dirty="0"/>
              <a:t>.</a:t>
            </a:r>
            <a:endParaRPr lang="en-US" sz="1400" dirty="0"/>
          </a:p>
        </p:txBody>
      </p:sp>
      <p:sp>
        <p:nvSpPr>
          <p:cNvPr id="48" name="Text 10">
            <a:extLst>
              <a:ext uri="{FF2B5EF4-FFF2-40B4-BE49-F238E27FC236}">
                <a16:creationId xmlns:a16="http://schemas.microsoft.com/office/drawing/2014/main" id="{844DC6D0-64C6-5BA7-AD4D-31A3F6049315}"/>
              </a:ext>
            </a:extLst>
          </p:cNvPr>
          <p:cNvSpPr/>
          <p:nvPr/>
        </p:nvSpPr>
        <p:spPr>
          <a:xfrm>
            <a:off x="4886793" y="3498863"/>
            <a:ext cx="5936105" cy="397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r>
              <a:rPr lang="es-CL" sz="1400" b="1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Analizar: </a:t>
            </a:r>
            <a:r>
              <a:rPr lang="es-CL" sz="1400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Levantar y analizar los requerimientos funcionales y no funcionales de la plataforma.</a:t>
            </a:r>
            <a:endParaRPr lang="en-US" sz="1400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52" name="Text 11">
            <a:extLst>
              <a:ext uri="{FF2B5EF4-FFF2-40B4-BE49-F238E27FC236}">
                <a16:creationId xmlns:a16="http://schemas.microsoft.com/office/drawing/2014/main" id="{EFAD891B-76DB-9937-B57F-DCA9DE733AA5}"/>
              </a:ext>
            </a:extLst>
          </p:cNvPr>
          <p:cNvSpPr/>
          <p:nvPr/>
        </p:nvSpPr>
        <p:spPr>
          <a:xfrm>
            <a:off x="4156138" y="4586613"/>
            <a:ext cx="359064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03</a:t>
            </a:r>
            <a:endParaRPr lang="en-US" sz="1400" dirty="0"/>
          </a:p>
        </p:txBody>
      </p:sp>
      <p:sp>
        <p:nvSpPr>
          <p:cNvPr id="55" name="Text 23">
            <a:extLst>
              <a:ext uri="{FF2B5EF4-FFF2-40B4-BE49-F238E27FC236}">
                <a16:creationId xmlns:a16="http://schemas.microsoft.com/office/drawing/2014/main" id="{238A2028-281A-59D4-64F0-4E14EF3240C9}"/>
              </a:ext>
            </a:extLst>
          </p:cNvPr>
          <p:cNvSpPr/>
          <p:nvPr/>
        </p:nvSpPr>
        <p:spPr>
          <a:xfrm>
            <a:off x="4156138" y="5146867"/>
            <a:ext cx="359064" cy="2244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Hubot Sans Light" pitchFamily="34" charset="0"/>
                <a:ea typeface="Hubot Sans Light" pitchFamily="34" charset="-122"/>
                <a:cs typeface="Hubot Sans Light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41152"/>
            <a:ext cx="1521978" cy="229691"/>
          </a:xfrm>
          <a:prstGeom prst="roundRect">
            <a:avLst>
              <a:gd name="adj" fmla="val 7900"/>
            </a:avLst>
          </a:prstGeom>
          <a:noFill/>
          <a:ln w="6350">
            <a:solidFill>
              <a:srgbClr val="1E1E1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752159" y="686495"/>
            <a:ext cx="195019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50" dirty="0">
                <a:solidFill>
                  <a:srgbClr val="1E1E1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PRODUCTO MÍNIMO VIABLE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919163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C0D0F"/>
                </a:solidFill>
                <a:latin typeface="Hubot Sans Bold" pitchFamily="34" charset="0"/>
              </a:rPr>
              <a:t>PRODUCTO MÍNIMO VIABLE OVEROL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661475" y="1573014"/>
            <a:ext cx="10868745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55575A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El cliente detecta un problema en su hogar, busca por categoría o describe su situación al asistente conversacional, y la plataforma muestra profesionales verificados en su zona. Tras coordinar directamente, el trabajo se califica y, si es necesario, se activa el flujo de posventa.</a:t>
            </a:r>
            <a:endParaRPr lang="en-US" sz="1150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784" y="2136568"/>
            <a:ext cx="11200435" cy="37186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50586" y="5179335"/>
            <a:ext cx="5245414" cy="244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SE COORDINA EL SERVICIO  Y GENERA REPUTACION</a:t>
            </a:r>
            <a:endParaRPr lang="en-US" sz="1500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50586" y="4312137"/>
            <a:ext cx="1956315" cy="244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SOLICITA VISITA</a:t>
            </a:r>
            <a:endParaRPr lang="en-US" sz="1500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50586" y="3428331"/>
            <a:ext cx="7408994" cy="261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MUESTRA PROFESIONALES POR CATEGORIA</a:t>
            </a:r>
            <a:endParaRPr lang="en-US" sz="1500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50586" y="2560955"/>
            <a:ext cx="6584535" cy="251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CLIENTE NECESITA UN SERVICIO</a:t>
            </a:r>
            <a:endParaRPr lang="en-US" sz="1500" dirty="0"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61475" y="6055120"/>
            <a:ext cx="11478330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El flujo cubre desde la detección del problema hasta la resolución y evaluación, incluyendo posventa con mediación administrativa.</a:t>
            </a:r>
            <a:endParaRPr lang="en-US" sz="11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2BED85-954A-26E7-3677-B728A49162D3}"/>
              </a:ext>
            </a:extLst>
          </p:cNvPr>
          <p:cNvSpPr/>
          <p:nvPr/>
        </p:nvSpPr>
        <p:spPr>
          <a:xfrm>
            <a:off x="11066804" y="6563170"/>
            <a:ext cx="1125196" cy="302419"/>
          </a:xfrm>
          <a:prstGeom prst="rect">
            <a:avLst/>
          </a:prstGeom>
          <a:solidFill>
            <a:srgbClr val="E8E8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59805"/>
            <a:ext cx="1161822" cy="215305"/>
          </a:xfrm>
          <a:prstGeom prst="roundRect">
            <a:avLst>
              <a:gd name="adj" fmla="val 7901"/>
            </a:avLst>
          </a:prstGeom>
          <a:noFill/>
          <a:ln w="6350">
            <a:solidFill>
              <a:srgbClr val="1E1E1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746503" y="702270"/>
            <a:ext cx="160135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1E1E1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ÉPICAS · PARTE I DE II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917575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ÉPICAS 001 A 005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520031"/>
            <a:ext cx="10868745" cy="8506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7725" y="1812429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1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353806" y="1680766"/>
            <a:ext cx="1001568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REGISTRO Y VERIFICACIÓN DE IDENTIDAD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353806" y="1965920"/>
            <a:ext cx="1001568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Validación con RUT y cédula; un perfil único por profesional.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476897"/>
            <a:ext cx="10868745" cy="85060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57725" y="2769295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2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1353806" y="2637631"/>
            <a:ext cx="1001568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BÚSQUEDA Y CATEGORIZACIÓN DE SERVICIOS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353806" y="2922786"/>
            <a:ext cx="1001568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Filtros por ubicación, zona del hogar y especialidad con búsqueda por palabras clave.</a:t>
            </a:r>
            <a:endParaRPr lang="en-US" sz="11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433763"/>
            <a:ext cx="10868745" cy="85060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57725" y="3726160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3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1353806" y="3594497"/>
            <a:ext cx="1001568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CHATBOT PARA DIAGNÓSTICO DE NECESIDAD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353806" y="3879652"/>
            <a:ext cx="1001568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Asistente conversacional que identifica la especialidad y redirige al listado de profesionales.</a:t>
            </a:r>
            <a:endParaRPr lang="en-US" sz="11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390628"/>
            <a:ext cx="10868745" cy="85060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57725" y="4683026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4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1353806" y="4551363"/>
            <a:ext cx="1001568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PERFIL PROFESIONAL Y RESERVA DE VISITA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353806" y="4836517"/>
            <a:ext cx="1001568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Visualización de experiencia, certificaciones y calificaciones; solicitud y coordinación de visita.</a:t>
            </a:r>
            <a:endParaRPr lang="en-US" sz="11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347494"/>
            <a:ext cx="10868745" cy="85060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57725" y="5639891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5</a:t>
            </a:r>
            <a:endParaRPr lang="en-US" sz="1650" dirty="0"/>
          </a:p>
        </p:txBody>
      </p:sp>
      <p:sp>
        <p:nvSpPr>
          <p:cNvPr id="23" name="Text 16"/>
          <p:cNvSpPr/>
          <p:nvPr/>
        </p:nvSpPr>
        <p:spPr>
          <a:xfrm>
            <a:off x="1353806" y="5508228"/>
            <a:ext cx="1001568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GEOLOCALIZACIÓN Y ZONA DE COBERTURA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1353806" y="5793383"/>
            <a:ext cx="10015684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Filtro por comuna con opción de ampliar a zonas cercanas.</a:t>
            </a:r>
            <a:endParaRPr lang="en-US" sz="11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A294B44-D9D0-04B0-E8D8-834840B3810D}"/>
              </a:ext>
            </a:extLst>
          </p:cNvPr>
          <p:cNvSpPr/>
          <p:nvPr/>
        </p:nvSpPr>
        <p:spPr>
          <a:xfrm>
            <a:off x="11066804" y="6563170"/>
            <a:ext cx="1125196" cy="302419"/>
          </a:xfrm>
          <a:prstGeom prst="rect">
            <a:avLst/>
          </a:prstGeom>
          <a:solidFill>
            <a:srgbClr val="E8E8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01762"/>
            <a:ext cx="1506698" cy="272752"/>
          </a:xfrm>
          <a:prstGeom prst="roundRect">
            <a:avLst>
              <a:gd name="adj" fmla="val 7900"/>
            </a:avLst>
          </a:prstGeom>
          <a:noFill/>
          <a:ln w="6350">
            <a:solidFill>
              <a:srgbClr val="1E1E1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769125" y="655538"/>
            <a:ext cx="1900984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1E1E1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ÉPICAS · PARTE II DE II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942677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ÉPICAS 006 A 009</a:t>
            </a:r>
            <a:endParaRPr lang="en-US" sz="3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759744"/>
            <a:ext cx="5349047" cy="216296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1312" y="1886148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Hubot Sans Bold" pitchFamily="34" charset="0"/>
              </a:rPr>
              <a:t>6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866356" y="2494359"/>
            <a:ext cx="4939283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SISTEMA DE REPUTACIÓN Y EVALUACIÓN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66356" y="3157637"/>
            <a:ext cx="4939283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Calificación en calidad, puntualidad y trato; actualización automática del promedio.</a:t>
            </a:r>
            <a:endParaRPr lang="en-US" sz="1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81074" y="1759744"/>
            <a:ext cx="5349146" cy="216296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721011" y="1886148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Hubot Sans Bold" pitchFamily="34" charset="0"/>
              </a:rPr>
              <a:t>7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6385956" y="2494359"/>
            <a:ext cx="493938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CENTRO DE DESARROLLO PROFESIONAL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6385956" y="2877145"/>
            <a:ext cx="4939383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Módulos de capacitación en formalización tributaria, seguridad laboral y gestión, con contenido oficial (SII, mutuales).</a:t>
            </a:r>
            <a:endParaRPr lang="en-US" sz="14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093270"/>
            <a:ext cx="5349047" cy="216296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201312" y="4219674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Hubot Sans Bold" pitchFamily="34" charset="0"/>
              </a:rPr>
              <a:t>8</a:t>
            </a:r>
            <a:endParaRPr lang="en-US" sz="2100" dirty="0"/>
          </a:p>
        </p:txBody>
      </p:sp>
      <p:sp>
        <p:nvSpPr>
          <p:cNvPr id="15" name="Text 10"/>
          <p:cNvSpPr/>
          <p:nvPr/>
        </p:nvSpPr>
        <p:spPr>
          <a:xfrm>
            <a:off x="866356" y="4827885"/>
            <a:ext cx="4939283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PANEL DE ADMINISTRACIÓN Y MODERACIÓN</a:t>
            </a:r>
            <a:endParaRPr lang="en-US" sz="1750" dirty="0"/>
          </a:p>
        </p:txBody>
      </p:sp>
      <p:sp>
        <p:nvSpPr>
          <p:cNvPr id="16" name="Text 11"/>
          <p:cNvSpPr/>
          <p:nvPr/>
        </p:nvSpPr>
        <p:spPr>
          <a:xfrm>
            <a:off x="866356" y="5491162"/>
            <a:ext cx="4939283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Gestión de verificaciones, moderación de perfiles y reseñas, y administración de contenidos.</a:t>
            </a:r>
            <a:endParaRPr lang="en-US" sz="14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81074" y="4093270"/>
            <a:ext cx="5349146" cy="21629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721011" y="4219674"/>
            <a:ext cx="269273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Hubot Sans Bold" pitchFamily="34" charset="0"/>
              </a:rPr>
              <a:t>9</a:t>
            </a:r>
            <a:endParaRPr lang="en-US" sz="2100" dirty="0"/>
          </a:p>
        </p:txBody>
      </p:sp>
      <p:sp>
        <p:nvSpPr>
          <p:cNvPr id="19" name="Text 13"/>
          <p:cNvSpPr/>
          <p:nvPr/>
        </p:nvSpPr>
        <p:spPr>
          <a:xfrm>
            <a:off x="6385956" y="4827885"/>
            <a:ext cx="4939383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SISTEMA DE POSVENTA Y GESTIÓN DE RECLAMOS</a:t>
            </a:r>
            <a:endParaRPr lang="en-US" sz="1750" dirty="0"/>
          </a:p>
        </p:txBody>
      </p:sp>
      <p:sp>
        <p:nvSpPr>
          <p:cNvPr id="20" name="Text 14"/>
          <p:cNvSpPr/>
          <p:nvPr/>
        </p:nvSpPr>
        <p:spPr>
          <a:xfrm>
            <a:off x="6385956" y="5491162"/>
            <a:ext cx="4939383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Reclamos dentro de 7 días corridos; escalado automático al administrador sin acuerdo.</a:t>
            </a:r>
            <a:endParaRPr lang="en-US" sz="14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34278D1-95F0-A3C6-B19E-17555EE5F5DA}"/>
              </a:ext>
            </a:extLst>
          </p:cNvPr>
          <p:cNvSpPr/>
          <p:nvPr/>
        </p:nvSpPr>
        <p:spPr>
          <a:xfrm>
            <a:off x="11066804" y="6563170"/>
            <a:ext cx="1125196" cy="302419"/>
          </a:xfrm>
          <a:prstGeom prst="rect">
            <a:avLst/>
          </a:prstGeom>
          <a:solidFill>
            <a:srgbClr val="E8E8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82910"/>
            <a:ext cx="895030" cy="215305"/>
          </a:xfrm>
          <a:prstGeom prst="roundRect">
            <a:avLst>
              <a:gd name="adj" fmla="val 7901"/>
            </a:avLst>
          </a:prstGeom>
          <a:noFill/>
          <a:ln w="6350">
            <a:solidFill>
              <a:srgbClr val="1E1E1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746503" y="625376"/>
            <a:ext cx="133455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1E1E1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PLANIFICACIÓN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840680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PLANIFICACIÓN ÁGIL— POKER PLANNING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661475" y="1326158"/>
            <a:ext cx="108687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DIMENSIONAMIENTO POR PUNTOS DE FUNCIÓN</a:t>
            </a:r>
            <a:endParaRPr lang="en-US" sz="13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31217"/>
            <a:ext cx="10260525" cy="456803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5A1BF33-5C18-B255-689C-20498ED4A270}"/>
              </a:ext>
            </a:extLst>
          </p:cNvPr>
          <p:cNvSpPr/>
          <p:nvPr/>
        </p:nvSpPr>
        <p:spPr>
          <a:xfrm>
            <a:off x="11066804" y="6563170"/>
            <a:ext cx="1125196" cy="302419"/>
          </a:xfrm>
          <a:prstGeom prst="rect">
            <a:avLst/>
          </a:prstGeom>
          <a:solidFill>
            <a:srgbClr val="E8E8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B80242F0-A02C-9B0D-A12C-E7E187DE4761}"/>
              </a:ext>
            </a:extLst>
          </p:cNvPr>
          <p:cNvSpPr/>
          <p:nvPr/>
        </p:nvSpPr>
        <p:spPr>
          <a:xfrm>
            <a:off x="6971738" y="4628381"/>
            <a:ext cx="2870522" cy="3795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0975"/>
            <a:ext cx="10868745" cy="47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PLANIFICACION DEL PROYECTO </a:t>
            </a:r>
            <a:br>
              <a:rPr lang="en-US" sz="1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</a:br>
            <a:r>
              <a:rPr lang="en-US" sz="14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DISTRIBUCIÓN POR SPRINTS  (SEM. 5 – 14)</a:t>
            </a:r>
            <a:endParaRPr lang="en-US" sz="14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211659"/>
          <a:ext cx="10868743" cy="4899895"/>
        </p:xfrm>
        <a:graphic>
          <a:graphicData uri="http://schemas.openxmlformats.org/drawingml/2006/table">
            <a:tbl>
              <a:tblPr/>
              <a:tblGrid>
                <a:gridCol w="20878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40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40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40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40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6515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6515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6515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00101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786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Épica</a:t>
                      </a: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S5</a:t>
                      </a: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S6</a:t>
                      </a: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S7</a:t>
                      </a: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S8</a:t>
                      </a: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S9</a:t>
                      </a: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S10</a:t>
                      </a: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S11</a:t>
                      </a: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S12</a:t>
                      </a: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S13</a:t>
                      </a: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S14</a:t>
                      </a: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7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001 – Registro y verificación</a:t>
                      </a: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✓</a:t>
                      </a: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94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002 – Búsqueda y categorización</a:t>
                      </a: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✓</a:t>
                      </a: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94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003 – Asistente inteligente (IA)</a:t>
                      </a: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✓</a:t>
                      </a: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✓</a:t>
                      </a: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94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004 – Perfil y reserva de visita</a:t>
                      </a: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✓</a:t>
                      </a: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✓</a:t>
                      </a: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7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005 – Geolocalización</a:t>
                      </a: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✓</a:t>
                      </a: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✓</a:t>
                      </a: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94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006 – Reputación y evaluación</a:t>
                      </a: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✓</a:t>
                      </a: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7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007 – Centro de Desarrollo</a:t>
                      </a: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✓</a:t>
                      </a: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994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008 – Panel de administración</a:t>
                      </a: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✓</a:t>
                      </a: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✓</a:t>
                      </a: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86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009 – Posventa y reclamos</a:t>
                      </a: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✓</a:t>
                      </a: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5575A"/>
                          </a:solidFill>
                          <a:latin typeface="Roboto Condensed" pitchFamily="34" charset="0"/>
                          <a:ea typeface="Roboto Condensed" pitchFamily="34" charset="-122"/>
                          <a:cs typeface="Roboto Condensed" pitchFamily="34" charset="-120"/>
                        </a:rPr>
                        <a:t>✓</a:t>
                      </a:r>
                      <a:endParaRPr lang="en-US" sz="1150" dirty="0">
                        <a:latin typeface="Roboto Condensed" charset="0"/>
                        <a:ea typeface="Roboto Condensed" charset="0"/>
                        <a:cs typeface="Roboto Condensed" charset="0"/>
                      </a:endParaRPr>
                    </a:p>
                  </a:txBody>
                  <a:tcPr marL="151215" marR="151215" marT="6350" marB="6350" anchor="ctr">
                    <a:lnL w="12700" cap="flat" cmpd="sng" algn="ctr">
                      <a:solidFill>
                        <a:srgbClr val="E8E8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EB0A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5E0AFF1B-C8FF-78BB-9494-FDFAF77F1CF6}"/>
              </a:ext>
            </a:extLst>
          </p:cNvPr>
          <p:cNvSpPr/>
          <p:nvPr/>
        </p:nvSpPr>
        <p:spPr>
          <a:xfrm>
            <a:off x="11066804" y="6563170"/>
            <a:ext cx="1125196" cy="302419"/>
          </a:xfrm>
          <a:prstGeom prst="rect">
            <a:avLst/>
          </a:prstGeom>
          <a:solidFill>
            <a:srgbClr val="E8E8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28960"/>
            <a:ext cx="1317493" cy="186630"/>
          </a:xfrm>
          <a:prstGeom prst="roundRect">
            <a:avLst>
              <a:gd name="adj" fmla="val 7900"/>
            </a:avLst>
          </a:prstGeom>
          <a:noFill/>
          <a:ln w="6350">
            <a:solidFill>
              <a:srgbClr val="1E1E1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735093" y="765770"/>
            <a:ext cx="1779841" cy="11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1E1E1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ARQUITECTURA DEL SISTEMA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947440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ARQUITECTURA Y PATRONES DE DISEÑO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61475" y="1451173"/>
            <a:ext cx="11478330" cy="202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Arquitectura: Desacoplada (API-First) basada en  </a:t>
            </a:r>
            <a:r>
              <a:rPr lang="en-US" sz="1200" b="1" dirty="0">
                <a:solidFill>
                  <a:srgbClr val="55575A"/>
                </a:solidFill>
                <a:latin typeface="Roboto Condensed Bold" pitchFamily="34" charset="0"/>
                <a:ea typeface="Roboto Condensed Bold" pitchFamily="34" charset="-122"/>
                <a:cs typeface="Roboto Condensed Bold" pitchFamily="34" charset="-120"/>
              </a:rPr>
              <a:t>Monolito modular</a:t>
            </a:r>
            <a:endParaRPr lang="en-US" sz="1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833463"/>
            <a:ext cx="6066281" cy="1456829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20898" y="1943993"/>
            <a:ext cx="147336" cy="1473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97004" y="2324795"/>
            <a:ext cx="579522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CAPA DE PRESENTACIÓN (FRONTEND)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797004" y="2596555"/>
            <a:ext cx="5795222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Next.js + React + Tailwind CSS</a:t>
            </a:r>
            <a:endParaRPr lang="en-US" sz="9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Web Responsive / Mobile-First                                            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1976388" y="2992636"/>
            <a:ext cx="461583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                                      [HTTPS / JSON / JWT]</a:t>
            </a:r>
            <a:endParaRPr lang="en-US" sz="9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370064"/>
            <a:ext cx="6066281" cy="1294705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20898" y="3480594"/>
            <a:ext cx="147336" cy="1473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97004" y="3861395"/>
            <a:ext cx="579522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CAPA DE LÓGICA DE NEGOCIO &amp; APIS (BACKEND)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797004" y="4133155"/>
            <a:ext cx="5795222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550"/>
              </a:spcAft>
              <a:buNone/>
            </a:pPr>
            <a:r>
              <a:rPr lang="en-US" sz="9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Django REST Framework (Monolito Modular)</a:t>
            </a:r>
            <a:endParaRPr lang="en-US" sz="9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Auth | Profesionales | Match/Geoloc | IA Chatbot | Pagos</a:t>
            </a:r>
            <a:endParaRPr lang="en-US" sz="9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744541"/>
            <a:ext cx="6066281" cy="1294705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20898" y="4855071"/>
            <a:ext cx="147336" cy="14734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797004" y="5235873"/>
            <a:ext cx="5795222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CAPA DE PERSISTENCIA                   CAPA DE INTEGRACIONES EXTERNAS       </a:t>
            </a:r>
            <a:endParaRPr lang="en-US" sz="1200" dirty="0"/>
          </a:p>
        </p:txBody>
      </p:sp>
      <p:sp>
        <p:nvSpPr>
          <p:cNvPr id="18" name="Text 10"/>
          <p:cNvSpPr/>
          <p:nvPr/>
        </p:nvSpPr>
        <p:spPr>
          <a:xfrm>
            <a:off x="797004" y="5507633"/>
            <a:ext cx="5795222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550"/>
              </a:spcAft>
              <a:buNone/>
            </a:pPr>
            <a:r>
              <a:rPr lang="en-US" sz="9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PostgreSQL + PostGIS (Datos Geoespaciales)           OpenAI API, Webpay Plus, Mapas</a:t>
            </a:r>
            <a:endParaRPr lang="en-US" sz="9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&amp; Redis (Caché)                                                       </a:t>
            </a:r>
            <a:endParaRPr lang="en-US" sz="95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33739" y="1833463"/>
            <a:ext cx="4502732" cy="1059061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7220067" y="1968996"/>
            <a:ext cx="4180874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DESACOPLAMIENTO CLIENTE-SERVIDOR (API-FIRST)</a:t>
            </a:r>
            <a:endParaRPr lang="en-US" sz="1200" dirty="0"/>
          </a:p>
        </p:txBody>
      </p:sp>
      <p:sp>
        <p:nvSpPr>
          <p:cNvPr id="21" name="Text 12"/>
          <p:cNvSpPr/>
          <p:nvPr/>
        </p:nvSpPr>
        <p:spPr>
          <a:xfrm>
            <a:off x="7220067" y="2432745"/>
            <a:ext cx="4180874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Interfaz web responsive independiente de la lógica del servidor. Permite el desarrollo paralelo del equipo (Frontend y Backend).</a:t>
            </a:r>
            <a:endParaRPr lang="en-US" sz="95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33739" y="2972296"/>
            <a:ext cx="4502732" cy="1029196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7220067" y="3107829"/>
            <a:ext cx="4180874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MONOLITO MODULAR POR CAPAS (MVC / MVT)</a:t>
            </a:r>
            <a:endParaRPr lang="en-US" sz="1200" dirty="0"/>
          </a:p>
        </p:txBody>
      </p:sp>
      <p:sp>
        <p:nvSpPr>
          <p:cNvPr id="24" name="Text 14"/>
          <p:cNvSpPr/>
          <p:nvPr/>
        </p:nvSpPr>
        <p:spPr>
          <a:xfrm>
            <a:off x="7220067" y="3379589"/>
            <a:ext cx="4180874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Módulos con alta cohesión y bajo acoplamiento dentro de un único repositorio backend. Facilita pruebas unitarias (pytest) y documentación automática (Swagger/OpenAPI).</a:t>
            </a:r>
            <a:endParaRPr lang="en-US" sz="95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33739" y="4081264"/>
            <a:ext cx="4502732" cy="867073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7220067" y="4216797"/>
            <a:ext cx="4180874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EFICIENCIA Y VIABILIDAD TÉCNICA</a:t>
            </a:r>
            <a:endParaRPr lang="en-US" sz="1200" dirty="0"/>
          </a:p>
        </p:txBody>
      </p:sp>
      <p:sp>
        <p:nvSpPr>
          <p:cNvPr id="27" name="Text 16"/>
          <p:cNvSpPr/>
          <p:nvPr/>
        </p:nvSpPr>
        <p:spPr>
          <a:xfrm>
            <a:off x="7220067" y="4488557"/>
            <a:ext cx="4180874" cy="324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Evita la complejidad accidental y latencia de microservicios. Despliegue ágil y seguro mediante Docker en un entorno cloud unificado.</a:t>
            </a:r>
            <a:endParaRPr lang="en-US" sz="95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34E17C-DE39-3695-9B9F-B25749D11402}"/>
              </a:ext>
            </a:extLst>
          </p:cNvPr>
          <p:cNvSpPr/>
          <p:nvPr/>
        </p:nvSpPr>
        <p:spPr>
          <a:xfrm>
            <a:off x="11066804" y="6563170"/>
            <a:ext cx="1125196" cy="302419"/>
          </a:xfrm>
          <a:prstGeom prst="rect">
            <a:avLst/>
          </a:prstGeom>
          <a:solidFill>
            <a:srgbClr val="E8E8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59594"/>
            <a:ext cx="2537853" cy="272752"/>
          </a:xfrm>
          <a:prstGeom prst="roundRect">
            <a:avLst>
              <a:gd name="adj" fmla="val 7900"/>
            </a:avLst>
          </a:prstGeom>
          <a:noFill/>
          <a:ln w="6350">
            <a:solidFill>
              <a:srgbClr val="1E1E1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769125" y="613370"/>
            <a:ext cx="2932138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1E1E1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HERRAMIENTAS Y STACK TECNOLÓGICO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900509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STACK TECNOLÓGICO COMPLETO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661475" y="1888133"/>
            <a:ext cx="521530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FRONT-END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661475" y="2339181"/>
            <a:ext cx="5215303" cy="1978720"/>
          </a:xfrm>
          <a:prstGeom prst="rect">
            <a:avLst/>
          </a:prstGeom>
          <a:noFill/>
          <a:ln/>
        </p:spPr>
        <p:txBody>
          <a:bodyPr wrap="square" lIns="0" tIns="71827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HTML5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CSS3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JavaScript (TypeScript)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React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Next.js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Tailwind CSS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1475" y="4488458"/>
            <a:ext cx="521530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BACK-END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661475" y="4939506"/>
            <a:ext cx="5215303" cy="1299270"/>
          </a:xfrm>
          <a:prstGeom prst="rect">
            <a:avLst/>
          </a:prstGeom>
          <a:noFill/>
          <a:ln/>
        </p:spPr>
        <p:txBody>
          <a:bodyPr wrap="square" lIns="0" tIns="71827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Python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Django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Django REST Framework (DRF)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SimpleJWT (autenticación)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21267" y="1888133"/>
            <a:ext cx="521530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BASE DE DATOS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6321267" y="2339181"/>
            <a:ext cx="5215303" cy="959545"/>
          </a:xfrm>
          <a:prstGeom prst="rect">
            <a:avLst/>
          </a:prstGeom>
          <a:noFill/>
          <a:ln/>
        </p:spPr>
        <p:txBody>
          <a:bodyPr wrap="square" lIns="0" tIns="71827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PostgreSQL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PostGIS (extensión geoespacial)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Redis (caché)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21267" y="3469283"/>
            <a:ext cx="521530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INTELIGENCIA ARTIFICIAL / CHATBOT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6321267" y="3920331"/>
            <a:ext cx="5824888" cy="280095"/>
          </a:xfrm>
          <a:prstGeom prst="rect">
            <a:avLst/>
          </a:prstGeom>
          <a:noFill/>
          <a:ln/>
        </p:spPr>
        <p:txBody>
          <a:bodyPr wrap="none" lIns="0" tIns="71827" rIns="0" bIns="0" rtlCol="0" anchor="t"/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API de LLM (OpenAI)</a:t>
            </a:r>
            <a:endParaRPr lang="en-US" sz="14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885213A-9F44-8E7B-588E-59F4E37B8C7B}"/>
              </a:ext>
            </a:extLst>
          </p:cNvPr>
          <p:cNvSpPr/>
          <p:nvPr/>
        </p:nvSpPr>
        <p:spPr>
          <a:xfrm>
            <a:off x="11066804" y="6563170"/>
            <a:ext cx="1125196" cy="302419"/>
          </a:xfrm>
          <a:prstGeom prst="rect">
            <a:avLst/>
          </a:prstGeom>
          <a:solidFill>
            <a:srgbClr val="E8E8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8B9FA605-7AFC-F9A1-4626-E390A0992D2F}"/>
              </a:ext>
            </a:extLst>
          </p:cNvPr>
          <p:cNvSpPr/>
          <p:nvPr/>
        </p:nvSpPr>
        <p:spPr>
          <a:xfrm>
            <a:off x="667825" y="1504453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55575A">
              <a:alpha val="50000"/>
            </a:srgbClr>
          </a:solidFill>
          <a:ln/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86916"/>
            <a:ext cx="1914576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1E1E1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774879" y="943570"/>
            <a:ext cx="229735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1E1E1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INTEGRACIONES EXTERNAS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24966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APIS Y SERVICIOS INTEGRADOS</a:t>
            </a:r>
            <a:endParaRPr lang="en-US" sz="3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123777"/>
            <a:ext cx="5339820" cy="168146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17931" y="2293838"/>
            <a:ext cx="226808" cy="2268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75881" y="2879725"/>
            <a:ext cx="49110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GOOGLE MAPS PLATFORM / MAPBOX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875881" y="3288407"/>
            <a:ext cx="491100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Geolocalización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0301" y="2123777"/>
            <a:ext cx="5339919" cy="1681460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46757" y="2293838"/>
            <a:ext cx="226808" cy="22681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404708" y="2879725"/>
            <a:ext cx="4911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TRANSBANK WEBPAY PLUS / FLOW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6404708" y="3288407"/>
            <a:ext cx="4911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Pagos y suscripciones</a:t>
            </a:r>
            <a:endParaRPr lang="en-US" sz="14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994249"/>
            <a:ext cx="5339820" cy="197673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17931" y="4164310"/>
            <a:ext cx="226808" cy="22681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875881" y="4750197"/>
            <a:ext cx="491100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GOOGLE ADS / META ADS + GOOGLE TAG MANAGER</a:t>
            </a:r>
            <a:endParaRPr lang="en-US" sz="1850" dirty="0"/>
          </a:p>
        </p:txBody>
      </p:sp>
      <p:sp>
        <p:nvSpPr>
          <p:cNvPr id="16" name="Text 8"/>
          <p:cNvSpPr/>
          <p:nvPr/>
        </p:nvSpPr>
        <p:spPr>
          <a:xfrm>
            <a:off x="875881" y="5454154"/>
            <a:ext cx="491100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Publicidad</a:t>
            </a:r>
            <a:endParaRPr lang="en-US" sz="14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90301" y="3994249"/>
            <a:ext cx="5339919" cy="197673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46757" y="4164310"/>
            <a:ext cx="226808" cy="226814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6404708" y="4750197"/>
            <a:ext cx="4911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GOOGLE ANALYTICS 4</a:t>
            </a:r>
            <a:endParaRPr lang="en-US" sz="1850" dirty="0"/>
          </a:p>
        </p:txBody>
      </p:sp>
      <p:sp>
        <p:nvSpPr>
          <p:cNvPr id="20" name="Text 10"/>
          <p:cNvSpPr/>
          <p:nvPr/>
        </p:nvSpPr>
        <p:spPr>
          <a:xfrm>
            <a:off x="6404708" y="5158879"/>
            <a:ext cx="49111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Analítica</a:t>
            </a:r>
            <a:endParaRPr lang="en-US" sz="1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42C5832-B5A0-E5CF-4524-20E448809628}"/>
              </a:ext>
            </a:extLst>
          </p:cNvPr>
          <p:cNvSpPr/>
          <p:nvPr/>
        </p:nvSpPr>
        <p:spPr>
          <a:xfrm>
            <a:off x="11066804" y="6563170"/>
            <a:ext cx="1125196" cy="302419"/>
          </a:xfrm>
          <a:prstGeom prst="rect">
            <a:avLst/>
          </a:prstGeom>
          <a:solidFill>
            <a:srgbClr val="E8E8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7A1232A-6757-DC9B-0A97-D3AD6B14687C}"/>
              </a:ext>
            </a:extLst>
          </p:cNvPr>
          <p:cNvSpPr/>
          <p:nvPr/>
        </p:nvSpPr>
        <p:spPr>
          <a:xfrm>
            <a:off x="11066804" y="6541806"/>
            <a:ext cx="1125196" cy="302419"/>
          </a:xfrm>
          <a:prstGeom prst="rect">
            <a:avLst/>
          </a:prstGeom>
          <a:solidFill>
            <a:srgbClr val="E8E8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80653"/>
            <a:ext cx="1748488" cy="243979"/>
          </a:xfrm>
          <a:prstGeom prst="roundRect">
            <a:avLst>
              <a:gd name="adj" fmla="val 7902"/>
            </a:avLst>
          </a:prstGeom>
          <a:noFill/>
          <a:ln w="6350">
            <a:solidFill>
              <a:srgbClr val="1E1E1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757814" y="828774"/>
            <a:ext cx="2165395" cy="147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1E1E1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INFRAESTRUCTURA Y DEVOPS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079202"/>
            <a:ext cx="10868745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INFRAESTRUCTURA, DEPLOYMENT Y CONTROL DE VERSIONES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661475" y="2288084"/>
            <a:ext cx="1147833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Una visión estructurada de las herramientas y servicios que conforman nuestra infraestructura y el pipeline de desarrollo.</a:t>
            </a:r>
            <a:endParaRPr lang="en-US" sz="12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679402"/>
            <a:ext cx="2614746" cy="1868388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72409" y="2823964"/>
            <a:ext cx="192777" cy="19278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1156" y="3322042"/>
            <a:ext cx="225538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DOCKER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841156" y="3654921"/>
            <a:ext cx="2255384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Contenerización de aplicaciones para un despliegue consistente en diferentes entornos.</a:t>
            </a:r>
            <a:endParaRPr lang="en-US" sz="12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12742" y="2679402"/>
            <a:ext cx="2614845" cy="1868388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23677" y="2823964"/>
            <a:ext cx="192777" cy="19278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592423" y="3322042"/>
            <a:ext cx="2255483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RAILWAY / RENDER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3592423" y="3654921"/>
            <a:ext cx="2255483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Plataformas de hosting para un despliegue rápido y escalable del Producto Mínimo Viable (MVP).</a:t>
            </a:r>
            <a:endParaRPr lang="en-US" sz="12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64108" y="2679402"/>
            <a:ext cx="2614746" cy="1868388"/>
          </a:xfrm>
          <a:prstGeom prst="rect">
            <a:avLst/>
          </a:prstGeom>
        </p:spPr>
      </p:pic>
      <p:pic>
        <p:nvPicPr>
          <p:cNvPr id="1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75043" y="2823964"/>
            <a:ext cx="192777" cy="192782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6343789" y="3322042"/>
            <a:ext cx="225538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CLOUDFLARE</a:t>
            </a:r>
            <a:endParaRPr lang="en-US" sz="1550" dirty="0"/>
          </a:p>
        </p:txBody>
      </p:sp>
      <p:sp>
        <p:nvSpPr>
          <p:cNvPr id="17" name="Text 9"/>
          <p:cNvSpPr/>
          <p:nvPr/>
        </p:nvSpPr>
        <p:spPr>
          <a:xfrm>
            <a:off x="6343789" y="3654921"/>
            <a:ext cx="2255384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Red de Distribución de Contenidos (CDN) para optimizar la entrega, seguridad y rendimiento web.</a:t>
            </a:r>
            <a:endParaRPr lang="en-US" sz="125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15375" y="2679402"/>
            <a:ext cx="2614845" cy="1868388"/>
          </a:xfrm>
          <a:prstGeom prst="rect">
            <a:avLst/>
          </a:prstGeom>
        </p:spPr>
      </p:pic>
      <p:pic>
        <p:nvPicPr>
          <p:cNvPr id="19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26310" y="2823964"/>
            <a:ext cx="192777" cy="192782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9095056" y="3322042"/>
            <a:ext cx="2255483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GITHUB ACTIONS</a:t>
            </a:r>
            <a:endParaRPr lang="en-US" sz="1550" dirty="0"/>
          </a:p>
        </p:txBody>
      </p:sp>
      <p:sp>
        <p:nvSpPr>
          <p:cNvPr id="21" name="Text 11"/>
          <p:cNvSpPr/>
          <p:nvPr/>
        </p:nvSpPr>
        <p:spPr>
          <a:xfrm>
            <a:off x="9095056" y="3654921"/>
            <a:ext cx="2255483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Automatización de flujos de trabajo de Integración Continua y Despliegue Continuo (CI/CD).</a:t>
            </a:r>
            <a:endParaRPr lang="en-US" sz="125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684316"/>
            <a:ext cx="10868745" cy="1392932"/>
          </a:xfrm>
          <a:prstGeom prst="rect">
            <a:avLst/>
          </a:prstGeom>
        </p:spPr>
      </p:pic>
      <p:pic>
        <p:nvPicPr>
          <p:cNvPr id="23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99409" y="4828877"/>
            <a:ext cx="192777" cy="192782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841156" y="5326955"/>
            <a:ext cx="10509384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GIT + GITHUB</a:t>
            </a:r>
            <a:endParaRPr lang="en-US" sz="1550" dirty="0"/>
          </a:p>
        </p:txBody>
      </p:sp>
      <p:sp>
        <p:nvSpPr>
          <p:cNvPr id="25" name="Text 13"/>
          <p:cNvSpPr/>
          <p:nvPr/>
        </p:nvSpPr>
        <p:spPr>
          <a:xfrm>
            <a:off x="841156" y="5659834"/>
            <a:ext cx="10509384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Sistema de control de versiones distribuido para la gestión colaborativa del código fuente.</a:t>
            </a:r>
            <a:endParaRPr lang="en-US" sz="12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F2BE546-652A-5ED8-73A4-206B597523AC}"/>
              </a:ext>
            </a:extLst>
          </p:cNvPr>
          <p:cNvSpPr/>
          <p:nvPr/>
        </p:nvSpPr>
        <p:spPr>
          <a:xfrm>
            <a:off x="11066804" y="6563170"/>
            <a:ext cx="1125196" cy="302419"/>
          </a:xfrm>
          <a:prstGeom prst="rect">
            <a:avLst/>
          </a:prstGeom>
          <a:solidFill>
            <a:srgbClr val="E8E8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478161"/>
            <a:ext cx="1999406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1E1E1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774879" y="1534815"/>
            <a:ext cx="238218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1E1E1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DOCUMENTACIÓN Y TESTING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840905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VALIDACIÓN , CALIDAD Y EVIDENCIAS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3494683"/>
            <a:ext cx="3277709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DOCUMENTACIÓN Y TESTING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4274245"/>
            <a:ext cx="3277709" cy="103941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Swagger / OpenAPI </a:t>
            </a:r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Postman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406691" y="3494683"/>
            <a:ext cx="32777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DISEÑO / UX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406691" y="3978970"/>
            <a:ext cx="3887293" cy="302419"/>
          </a:xfrm>
          <a:prstGeom prst="rect">
            <a:avLst/>
          </a:prstGeom>
          <a:noFill/>
          <a:ln/>
        </p:spPr>
        <p:txBody>
          <a:bodyPr wrap="none" lIns="0" tIns="75608" rIns="0" bIns="0" rtlCol="0" anchor="t"/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Figma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151906" y="3494683"/>
            <a:ext cx="339091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METODOLOGÍA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8151906" y="3978970"/>
            <a:ext cx="4000499" cy="302419"/>
          </a:xfrm>
          <a:prstGeom prst="rect">
            <a:avLst/>
          </a:prstGeom>
          <a:noFill/>
          <a:ln/>
        </p:spPr>
        <p:txBody>
          <a:bodyPr wrap="none" lIns="0" tIns="75608" rIns="0" bIns="0" rtlCol="0" anchor="t"/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Ágil Scrum</a:t>
            </a:r>
            <a:endParaRPr lang="en-US" sz="14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913F115-9D82-DEA0-FE5B-3143B315A156}"/>
              </a:ext>
            </a:extLst>
          </p:cNvPr>
          <p:cNvSpPr/>
          <p:nvPr/>
        </p:nvSpPr>
        <p:spPr>
          <a:xfrm>
            <a:off x="11066804" y="6563170"/>
            <a:ext cx="1125196" cy="302419"/>
          </a:xfrm>
          <a:prstGeom prst="rect">
            <a:avLst/>
          </a:prstGeom>
          <a:solidFill>
            <a:srgbClr val="E8E8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503E0550-7CAA-AE29-4319-F38713859469}"/>
              </a:ext>
            </a:extLst>
          </p:cNvPr>
          <p:cNvSpPr/>
          <p:nvPr/>
        </p:nvSpPr>
        <p:spPr>
          <a:xfrm>
            <a:off x="481593" y="2431554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55575A">
              <a:alpha val="50000"/>
            </a:srgbClr>
          </a:solidFill>
          <a:ln/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FC52BAB7-2658-AC9B-2659-A71F1568DE62}"/>
              </a:ext>
            </a:extLst>
          </p:cNvPr>
          <p:cNvSpPr/>
          <p:nvPr/>
        </p:nvSpPr>
        <p:spPr>
          <a:xfrm>
            <a:off x="2728210" y="3147933"/>
            <a:ext cx="6790544" cy="15289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0" b="1" dirty="0">
                <a:solidFill>
                  <a:srgbClr val="0C0D0F"/>
                </a:solidFill>
                <a:latin typeface="Hubot Sans Bold" pitchFamily="34" charset="0"/>
              </a:rPr>
              <a:t>Muchas Gracias </a:t>
            </a:r>
            <a:endParaRPr lang="en-US" sz="6000" dirty="0"/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CF4069A1-4C19-0F1C-8832-7F5FE9E0FCEF}"/>
              </a:ext>
            </a:extLst>
          </p:cNvPr>
          <p:cNvSpPr/>
          <p:nvPr/>
        </p:nvSpPr>
        <p:spPr>
          <a:xfrm>
            <a:off x="661475" y="4326533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55575A">
              <a:alpha val="50000"/>
            </a:srgbClr>
          </a:solidFill>
          <a:ln/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99710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1306</Words>
  <Application>Microsoft Office PowerPoint</Application>
  <PresentationFormat>Panorámica</PresentationFormat>
  <Paragraphs>230</Paragraphs>
  <Slides>16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2" baseType="lpstr">
      <vt:lpstr>Hubot Sans Bold</vt:lpstr>
      <vt:lpstr>Hubot Sans Light</vt:lpstr>
      <vt:lpstr>Roboto Condensed</vt:lpstr>
      <vt:lpstr>Arial</vt:lpstr>
      <vt:lpstr>Roboto Condensed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ximena campos</cp:lastModifiedBy>
  <cp:revision>3</cp:revision>
  <dcterms:created xsi:type="dcterms:W3CDTF">2026-08-31T04:52:53Z</dcterms:created>
  <dcterms:modified xsi:type="dcterms:W3CDTF">2026-08-31T16:43:21Z</dcterms:modified>
</cp:coreProperties>
</file>